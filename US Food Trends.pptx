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5"/>
    <p:sldMasterId id="2147483727" r:id="rId6"/>
    <p:sldMasterId id="2147483735" r:id="rId7"/>
  </p:sldMasterIdLst>
  <p:notesMasterIdLst>
    <p:notesMasterId r:id="rId18"/>
  </p:notesMasterIdLst>
  <p:handoutMasterIdLst>
    <p:handoutMasterId r:id="rId19"/>
  </p:handoutMasterIdLst>
  <p:sldIdLst>
    <p:sldId id="256" r:id="rId8"/>
    <p:sldId id="381" r:id="rId9"/>
    <p:sldId id="392" r:id="rId10"/>
    <p:sldId id="408" r:id="rId11"/>
    <p:sldId id="409" r:id="rId12"/>
    <p:sldId id="410" r:id="rId13"/>
    <p:sldId id="411" r:id="rId14"/>
    <p:sldId id="412" r:id="rId15"/>
    <p:sldId id="413" r:id="rId16"/>
    <p:sldId id="41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1A62"/>
    <a:srgbClr val="6A4CFF"/>
    <a:srgbClr val="6A4CD7"/>
    <a:srgbClr val="FF8700"/>
    <a:srgbClr val="FF87FF"/>
    <a:srgbClr val="00A3FF"/>
    <a:srgbClr val="031A00"/>
    <a:srgbClr val="3C3D3B"/>
    <a:srgbClr val="FF003A"/>
    <a:srgbClr val="E6E8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E4F3C-E791-43F0-9C88-4CBE10783CD9}" v="4" dt="2025-01-15T23:29:12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95112" autoAdjust="0"/>
  </p:normalViewPr>
  <p:slideViewPr>
    <p:cSldViewPr snapToGrid="0">
      <p:cViewPr varScale="1">
        <p:scale>
          <a:sx n="155" d="100"/>
          <a:sy n="155" d="100"/>
        </p:scale>
        <p:origin x="103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wis Fairgrieve-Park" userId="c40cdf9b-93ba-403f-af6c-fe6561442603" providerId="ADAL" clId="{5FE5CAC1-DDA1-4AEB-B10D-4F892FF27895}"/>
    <pc:docChg chg="undo custSel addSld delSld modSld sldOrd">
      <pc:chgData name="Lewis Fairgrieve-Park" userId="c40cdf9b-93ba-403f-af6c-fe6561442603" providerId="ADAL" clId="{5FE5CAC1-DDA1-4AEB-B10D-4F892FF27895}" dt="2022-10-25T19:44:25.146" v="2411" actId="20577"/>
      <pc:docMkLst>
        <pc:docMk/>
      </pc:docMkLst>
      <pc:sldChg chg="modSp mod">
        <pc:chgData name="Lewis Fairgrieve-Park" userId="c40cdf9b-93ba-403f-af6c-fe6561442603" providerId="ADAL" clId="{5FE5CAC1-DDA1-4AEB-B10D-4F892FF27895}" dt="2022-10-25T19:44:25.146" v="2411" actId="20577"/>
        <pc:sldMkLst>
          <pc:docMk/>
          <pc:sldMk cId="99399416" sldId="256"/>
        </pc:sldMkLst>
      </pc:sldChg>
      <pc:sldChg chg="del">
        <pc:chgData name="Lewis Fairgrieve-Park" userId="c40cdf9b-93ba-403f-af6c-fe6561442603" providerId="ADAL" clId="{5FE5CAC1-DDA1-4AEB-B10D-4F892FF27895}" dt="2022-10-23T16:58:09.036" v="1800" actId="2696"/>
        <pc:sldMkLst>
          <pc:docMk/>
          <pc:sldMk cId="0" sldId="286"/>
        </pc:sldMkLst>
      </pc:sldChg>
      <pc:sldChg chg="modSp mod">
        <pc:chgData name="Lewis Fairgrieve-Park" userId="c40cdf9b-93ba-403f-af6c-fe6561442603" providerId="ADAL" clId="{5FE5CAC1-DDA1-4AEB-B10D-4F892FF27895}" dt="2022-10-23T16:54:09.312" v="1757" actId="207"/>
        <pc:sldMkLst>
          <pc:docMk/>
          <pc:sldMk cId="0" sldId="287"/>
        </pc:sldMkLst>
      </pc:sldChg>
      <pc:sldChg chg="modSp mod">
        <pc:chgData name="Lewis Fairgrieve-Park" userId="c40cdf9b-93ba-403f-af6c-fe6561442603" providerId="ADAL" clId="{5FE5CAC1-DDA1-4AEB-B10D-4F892FF27895}" dt="2022-10-21T21:09:15.193" v="1673" actId="403"/>
        <pc:sldMkLst>
          <pc:docMk/>
          <pc:sldMk cId="0" sldId="288"/>
        </pc:sldMkLst>
      </pc:sldChg>
      <pc:sldChg chg="modSp mod">
        <pc:chgData name="Lewis Fairgrieve-Park" userId="c40cdf9b-93ba-403f-af6c-fe6561442603" providerId="ADAL" clId="{5FE5CAC1-DDA1-4AEB-B10D-4F892FF27895}" dt="2022-10-23T16:55:59.803" v="1759" actId="6549"/>
        <pc:sldMkLst>
          <pc:docMk/>
          <pc:sldMk cId="0" sldId="291"/>
        </pc:sldMkLst>
      </pc:sldChg>
      <pc:sldChg chg="modSp mod">
        <pc:chgData name="Lewis Fairgrieve-Park" userId="c40cdf9b-93ba-403f-af6c-fe6561442603" providerId="ADAL" clId="{5FE5CAC1-DDA1-4AEB-B10D-4F892FF27895}" dt="2022-10-25T19:44:06.314" v="2375" actId="20577"/>
        <pc:sldMkLst>
          <pc:docMk/>
          <pc:sldMk cId="0" sldId="293"/>
        </pc:sldMkLst>
      </pc:sldChg>
      <pc:sldChg chg="modSp mod">
        <pc:chgData name="Lewis Fairgrieve-Park" userId="c40cdf9b-93ba-403f-af6c-fe6561442603" providerId="ADAL" clId="{5FE5CAC1-DDA1-4AEB-B10D-4F892FF27895}" dt="2022-10-23T16:56:46.150" v="1760" actId="1076"/>
        <pc:sldMkLst>
          <pc:docMk/>
          <pc:sldMk cId="0" sldId="305"/>
        </pc:sldMkLst>
      </pc:sldChg>
      <pc:sldChg chg="modSp mod">
        <pc:chgData name="Lewis Fairgrieve-Park" userId="c40cdf9b-93ba-403f-af6c-fe6561442603" providerId="ADAL" clId="{5FE5CAC1-DDA1-4AEB-B10D-4F892FF27895}" dt="2022-10-23T16:57:52.106" v="1798" actId="20577"/>
        <pc:sldMkLst>
          <pc:docMk/>
          <pc:sldMk cId="0" sldId="306"/>
        </pc:sldMkLst>
      </pc:sldChg>
      <pc:sldChg chg="delSp modSp mod">
        <pc:chgData name="Lewis Fairgrieve-Park" userId="c40cdf9b-93ba-403f-af6c-fe6561442603" providerId="ADAL" clId="{5FE5CAC1-DDA1-4AEB-B10D-4F892FF27895}" dt="2022-10-21T21:08:59.053" v="1670" actId="1076"/>
        <pc:sldMkLst>
          <pc:docMk/>
          <pc:sldMk cId="381004651" sldId="308"/>
        </pc:sldMkLst>
      </pc:sldChg>
      <pc:sldChg chg="addSp delSp modSp mod modNotesTx">
        <pc:chgData name="Lewis Fairgrieve-Park" userId="c40cdf9b-93ba-403f-af6c-fe6561442603" providerId="ADAL" clId="{5FE5CAC1-DDA1-4AEB-B10D-4F892FF27895}" dt="2022-10-21T18:43:45.351" v="99" actId="1076"/>
        <pc:sldMkLst>
          <pc:docMk/>
          <pc:sldMk cId="3633622453" sldId="381"/>
        </pc:sldMkLst>
      </pc:sldChg>
      <pc:sldChg chg="addSp delSp modSp new mod">
        <pc:chgData name="Lewis Fairgrieve-Park" userId="c40cdf9b-93ba-403f-af6c-fe6561442603" providerId="ADAL" clId="{5FE5CAC1-DDA1-4AEB-B10D-4F892FF27895}" dt="2022-10-21T20:03:51.287" v="1086" actId="20577"/>
        <pc:sldMkLst>
          <pc:docMk/>
          <pc:sldMk cId="3132719760" sldId="382"/>
        </pc:sldMkLst>
      </pc:sldChg>
      <pc:sldChg chg="addSp delSp modSp new mod modAnim">
        <pc:chgData name="Lewis Fairgrieve-Park" userId="c40cdf9b-93ba-403f-af6c-fe6561442603" providerId="ADAL" clId="{5FE5CAC1-DDA1-4AEB-B10D-4F892FF27895}" dt="2022-10-21T18:49:30.447" v="275"/>
        <pc:sldMkLst>
          <pc:docMk/>
          <pc:sldMk cId="311047631" sldId="383"/>
        </pc:sldMkLst>
      </pc:sldChg>
      <pc:sldChg chg="addSp delSp modSp new mod modNotesTx">
        <pc:chgData name="Lewis Fairgrieve-Park" userId="c40cdf9b-93ba-403f-af6c-fe6561442603" providerId="ADAL" clId="{5FE5CAC1-DDA1-4AEB-B10D-4F892FF27895}" dt="2022-10-21T19:40:49.082" v="407"/>
        <pc:sldMkLst>
          <pc:docMk/>
          <pc:sldMk cId="3162452103" sldId="384"/>
        </pc:sldMkLst>
      </pc:sldChg>
      <pc:sldChg chg="modSp add mod modNotesTx">
        <pc:chgData name="Lewis Fairgrieve-Park" userId="c40cdf9b-93ba-403f-af6c-fe6561442603" providerId="ADAL" clId="{5FE5CAC1-DDA1-4AEB-B10D-4F892FF27895}" dt="2022-10-21T19:42:58.443" v="465"/>
        <pc:sldMkLst>
          <pc:docMk/>
          <pc:sldMk cId="3923451840" sldId="385"/>
        </pc:sldMkLst>
      </pc:sldChg>
      <pc:sldChg chg="addSp delSp modSp new mod modNotesTx">
        <pc:chgData name="Lewis Fairgrieve-Park" userId="c40cdf9b-93ba-403f-af6c-fe6561442603" providerId="ADAL" clId="{5FE5CAC1-DDA1-4AEB-B10D-4F892FF27895}" dt="2022-10-21T19:49:49.038" v="667" actId="1076"/>
        <pc:sldMkLst>
          <pc:docMk/>
          <pc:sldMk cId="3430366645" sldId="386"/>
        </pc:sldMkLst>
      </pc:sldChg>
      <pc:sldChg chg="addSp delSp modSp add mod">
        <pc:chgData name="Lewis Fairgrieve-Park" userId="c40cdf9b-93ba-403f-af6c-fe6561442603" providerId="ADAL" clId="{5FE5CAC1-DDA1-4AEB-B10D-4F892FF27895}" dt="2022-10-21T19:47:35.182" v="660" actId="1076"/>
        <pc:sldMkLst>
          <pc:docMk/>
          <pc:sldMk cId="2014712722" sldId="387"/>
        </pc:sldMkLst>
      </pc:sldChg>
      <pc:sldChg chg="addSp delSp modSp new mod">
        <pc:chgData name="Lewis Fairgrieve-Park" userId="c40cdf9b-93ba-403f-af6c-fe6561442603" providerId="ADAL" clId="{5FE5CAC1-DDA1-4AEB-B10D-4F892FF27895}" dt="2022-10-21T20:29:42.109" v="1463" actId="1076"/>
        <pc:sldMkLst>
          <pc:docMk/>
          <pc:sldMk cId="2319947241" sldId="388"/>
        </pc:sldMkLst>
      </pc:sldChg>
      <pc:sldChg chg="addSp delSp modSp add mod">
        <pc:chgData name="Lewis Fairgrieve-Park" userId="c40cdf9b-93ba-403f-af6c-fe6561442603" providerId="ADAL" clId="{5FE5CAC1-DDA1-4AEB-B10D-4F892FF27895}" dt="2022-10-21T19:55:45.422" v="900" actId="1076"/>
        <pc:sldMkLst>
          <pc:docMk/>
          <pc:sldMk cId="3426850489" sldId="389"/>
        </pc:sldMkLst>
      </pc:sldChg>
      <pc:sldChg chg="delSp modSp new mod ord">
        <pc:chgData name="Lewis Fairgrieve-Park" userId="c40cdf9b-93ba-403f-af6c-fe6561442603" providerId="ADAL" clId="{5FE5CAC1-DDA1-4AEB-B10D-4F892FF27895}" dt="2022-10-21T20:04:39.730" v="1090"/>
        <pc:sldMkLst>
          <pc:docMk/>
          <pc:sldMk cId="3104390683" sldId="390"/>
        </pc:sldMkLst>
      </pc:sldChg>
      <pc:sldChg chg="addSp delSp modSp add mod">
        <pc:chgData name="Lewis Fairgrieve-Park" userId="c40cdf9b-93ba-403f-af6c-fe6561442603" providerId="ADAL" clId="{5FE5CAC1-DDA1-4AEB-B10D-4F892FF27895}" dt="2022-10-21T20:01:51.679" v="1065" actId="732"/>
        <pc:sldMkLst>
          <pc:docMk/>
          <pc:sldMk cId="2086681182" sldId="391"/>
        </pc:sldMkLst>
      </pc:sldChg>
      <pc:sldChg chg="addSp delSp new mod">
        <pc:chgData name="Lewis Fairgrieve-Park" userId="c40cdf9b-93ba-403f-af6c-fe6561442603" providerId="ADAL" clId="{5FE5CAC1-DDA1-4AEB-B10D-4F892FF27895}" dt="2022-10-21T20:12:34.679" v="1209"/>
        <pc:sldMkLst>
          <pc:docMk/>
          <pc:sldMk cId="444843282" sldId="393"/>
        </pc:sldMkLst>
      </pc:sldChg>
      <pc:sldChg chg="addSp modSp add mod">
        <pc:chgData name="Lewis Fairgrieve-Park" userId="c40cdf9b-93ba-403f-af6c-fe6561442603" providerId="ADAL" clId="{5FE5CAC1-DDA1-4AEB-B10D-4F892FF27895}" dt="2022-10-21T20:30:28.557" v="1472" actId="1076"/>
        <pc:sldMkLst>
          <pc:docMk/>
          <pc:sldMk cId="1359368713" sldId="394"/>
        </pc:sldMkLst>
      </pc:sldChg>
      <pc:sldChg chg="addSp modSp add mod">
        <pc:chgData name="Lewis Fairgrieve-Park" userId="c40cdf9b-93ba-403f-af6c-fe6561442603" providerId="ADAL" clId="{5FE5CAC1-DDA1-4AEB-B10D-4F892FF27895}" dt="2022-10-21T20:22:50.468" v="1457" actId="403"/>
        <pc:sldMkLst>
          <pc:docMk/>
          <pc:sldMk cId="2144553948" sldId="395"/>
        </pc:sldMkLst>
      </pc:sldChg>
      <pc:sldChg chg="addSp delSp modSp new mod">
        <pc:chgData name="Lewis Fairgrieve-Park" userId="c40cdf9b-93ba-403f-af6c-fe6561442603" providerId="ADAL" clId="{5FE5CAC1-DDA1-4AEB-B10D-4F892FF27895}" dt="2022-10-21T20:40:30.829" v="1487" actId="1076"/>
        <pc:sldMkLst>
          <pc:docMk/>
          <pc:sldMk cId="3087211977" sldId="396"/>
        </pc:sldMkLst>
      </pc:sldChg>
      <pc:sldChg chg="delSp modSp new mod">
        <pc:chgData name="Lewis Fairgrieve-Park" userId="c40cdf9b-93ba-403f-af6c-fe6561442603" providerId="ADAL" clId="{5FE5CAC1-DDA1-4AEB-B10D-4F892FF27895}" dt="2022-10-21T20:46:59.697" v="1497" actId="403"/>
        <pc:sldMkLst>
          <pc:docMk/>
          <pc:sldMk cId="949203491" sldId="397"/>
        </pc:sldMkLst>
      </pc:sldChg>
      <pc:sldChg chg="addSp delSp modSp new mod">
        <pc:chgData name="Lewis Fairgrieve-Park" userId="c40cdf9b-93ba-403f-af6c-fe6561442603" providerId="ADAL" clId="{5FE5CAC1-DDA1-4AEB-B10D-4F892FF27895}" dt="2022-10-21T20:54:34.207" v="1534" actId="1076"/>
        <pc:sldMkLst>
          <pc:docMk/>
          <pc:sldMk cId="607116162" sldId="398"/>
        </pc:sldMkLst>
      </pc:sldChg>
      <pc:sldChg chg="addSp delSp modSp add mod modNotesTx">
        <pc:chgData name="Lewis Fairgrieve-Park" userId="c40cdf9b-93ba-403f-af6c-fe6561442603" providerId="ADAL" clId="{5FE5CAC1-DDA1-4AEB-B10D-4F892FF27895}" dt="2022-10-21T20:58:04.393" v="1667"/>
        <pc:sldMkLst>
          <pc:docMk/>
          <pc:sldMk cId="4056459389" sldId="399"/>
        </pc:sldMkLst>
      </pc:sldChg>
      <pc:sldChg chg="modSp add mod">
        <pc:chgData name="Lewis Fairgrieve-Park" userId="c40cdf9b-93ba-403f-af6c-fe6561442603" providerId="ADAL" clId="{5FE5CAC1-DDA1-4AEB-B10D-4F892FF27895}" dt="2022-10-23T16:58:03.037" v="1799" actId="20577"/>
        <pc:sldMkLst>
          <pc:docMk/>
          <pc:sldMk cId="110845467" sldId="400"/>
        </pc:sldMkLst>
      </pc:sldChg>
      <pc:sldChg chg="delSp modSp new mod">
        <pc:chgData name="Lewis Fairgrieve-Park" userId="c40cdf9b-93ba-403f-af6c-fe6561442603" providerId="ADAL" clId="{5FE5CAC1-DDA1-4AEB-B10D-4F892FF27895}" dt="2022-10-23T16:47:34.057" v="1723" actId="207"/>
        <pc:sldMkLst>
          <pc:docMk/>
          <pc:sldMk cId="276192492" sldId="401"/>
        </pc:sldMkLst>
      </pc:sldChg>
      <pc:sldChg chg="new del">
        <pc:chgData name="Lewis Fairgrieve-Park" userId="c40cdf9b-93ba-403f-af6c-fe6561442603" providerId="ADAL" clId="{5FE5CAC1-DDA1-4AEB-B10D-4F892FF27895}" dt="2022-10-23T16:52:21.787" v="1726" actId="2696"/>
        <pc:sldMkLst>
          <pc:docMk/>
          <pc:sldMk cId="2496387058" sldId="402"/>
        </pc:sldMkLst>
      </pc:sldChg>
      <pc:sldChg chg="add">
        <pc:chgData name="Lewis Fairgrieve-Park" userId="c40cdf9b-93ba-403f-af6c-fe6561442603" providerId="ADAL" clId="{5FE5CAC1-DDA1-4AEB-B10D-4F892FF27895}" dt="2022-10-23T16:52:16.548" v="1725" actId="2890"/>
        <pc:sldMkLst>
          <pc:docMk/>
          <pc:sldMk cId="2133469380" sldId="403"/>
        </pc:sldMkLst>
      </pc:sldChg>
      <pc:sldChg chg="modSp new mod ord">
        <pc:chgData name="Lewis Fairgrieve-Park" userId="c40cdf9b-93ba-403f-af6c-fe6561442603" providerId="ADAL" clId="{5FE5CAC1-DDA1-4AEB-B10D-4F892FF27895}" dt="2022-10-23T16:58:58.476" v="1816" actId="403"/>
        <pc:sldMkLst>
          <pc:docMk/>
          <pc:sldMk cId="1027479361" sldId="404"/>
        </pc:sldMkLst>
      </pc:sldChg>
      <pc:sldChg chg="modSp add mod">
        <pc:chgData name="Lewis Fairgrieve-Park" userId="c40cdf9b-93ba-403f-af6c-fe6561442603" providerId="ADAL" clId="{5FE5CAC1-DDA1-4AEB-B10D-4F892FF27895}" dt="2022-10-23T17:06:26.938" v="2157" actId="313"/>
        <pc:sldMkLst>
          <pc:docMk/>
          <pc:sldMk cId="925333463" sldId="405"/>
        </pc:sldMkLst>
      </pc:sldChg>
      <pc:sldChg chg="modSp add mod">
        <pc:chgData name="Lewis Fairgrieve-Park" userId="c40cdf9b-93ba-403f-af6c-fe6561442603" providerId="ADAL" clId="{5FE5CAC1-DDA1-4AEB-B10D-4F892FF27895}" dt="2022-10-23T17:08:26.331" v="2349" actId="20577"/>
        <pc:sldMkLst>
          <pc:docMk/>
          <pc:sldMk cId="1331979434" sldId="406"/>
        </pc:sldMkLst>
      </pc:sldChg>
      <pc:sldChg chg="add del">
        <pc:chgData name="Lewis Fairgrieve-Park" userId="c40cdf9b-93ba-403f-af6c-fe6561442603" providerId="ADAL" clId="{5FE5CAC1-DDA1-4AEB-B10D-4F892FF27895}" dt="2022-10-23T17:04:21.789" v="2138" actId="2696"/>
        <pc:sldMkLst>
          <pc:docMk/>
          <pc:sldMk cId="3675408477" sldId="406"/>
        </pc:sldMkLst>
      </pc:sldChg>
      <pc:sldChg chg="new del">
        <pc:chgData name="Lewis Fairgrieve-Park" userId="c40cdf9b-93ba-403f-af6c-fe6561442603" providerId="ADAL" clId="{5FE5CAC1-DDA1-4AEB-B10D-4F892FF27895}" dt="2022-10-23T17:19:46.827" v="2351" actId="680"/>
        <pc:sldMkLst>
          <pc:docMk/>
          <pc:sldMk cId="3283167073" sldId="407"/>
        </pc:sldMkLst>
      </pc:sldChg>
      <pc:sldChg chg="add del">
        <pc:chgData name="Lewis Fairgrieve-Park" userId="c40cdf9b-93ba-403f-af6c-fe6561442603" providerId="ADAL" clId="{5FE5CAC1-DDA1-4AEB-B10D-4F892FF27895}" dt="2022-10-23T17:04:24.144" v="2139" actId="2696"/>
        <pc:sldMkLst>
          <pc:docMk/>
          <pc:sldMk cId="3717668895" sldId="407"/>
        </pc:sldMkLst>
      </pc:sldChg>
      <pc:sldChg chg="modSp add mod">
        <pc:chgData name="Lewis Fairgrieve-Park" userId="c40cdf9b-93ba-403f-af6c-fe6561442603" providerId="ADAL" clId="{5FE5CAC1-DDA1-4AEB-B10D-4F892FF27895}" dt="2022-10-23T17:20:59.773" v="2374" actId="12"/>
        <pc:sldMkLst>
          <pc:docMk/>
          <pc:sldMk cId="4098354969" sldId="407"/>
        </pc:sldMkLst>
      </pc:sldChg>
    </pc:docChg>
  </pc:docChgLst>
  <pc:docChgLst>
    <pc:chgData name="Lewis Fairgrieve-Park" userId="c40cdf9b-93ba-403f-af6c-fe6561442603" providerId="ADAL" clId="{1C71DCB1-4357-4EA3-923C-2AE053C5C112}"/>
    <pc:docChg chg="modSld">
      <pc:chgData name="Lewis Fairgrieve-Park" userId="c40cdf9b-93ba-403f-af6c-fe6561442603" providerId="ADAL" clId="{1C71DCB1-4357-4EA3-923C-2AE053C5C112}" dt="2024-01-09T01:45:01.882" v="7" actId="1076"/>
      <pc:docMkLst>
        <pc:docMk/>
      </pc:docMkLst>
      <pc:sldChg chg="modSp mod">
        <pc:chgData name="Lewis Fairgrieve-Park" userId="c40cdf9b-93ba-403f-af6c-fe6561442603" providerId="ADAL" clId="{1C71DCB1-4357-4EA3-923C-2AE053C5C112}" dt="2024-01-09T01:44:06.001" v="2" actId="1076"/>
        <pc:sldMkLst>
          <pc:docMk/>
          <pc:sldMk cId="2014712722" sldId="387"/>
        </pc:sldMkLst>
      </pc:sldChg>
      <pc:sldChg chg="modSp mod">
        <pc:chgData name="Lewis Fairgrieve-Park" userId="c40cdf9b-93ba-403f-af6c-fe6561442603" providerId="ADAL" clId="{1C71DCB1-4357-4EA3-923C-2AE053C5C112}" dt="2024-01-09T01:44:49.374" v="6" actId="20577"/>
        <pc:sldMkLst>
          <pc:docMk/>
          <pc:sldMk cId="949203491" sldId="397"/>
        </pc:sldMkLst>
      </pc:sldChg>
      <pc:sldChg chg="modSp mod">
        <pc:chgData name="Lewis Fairgrieve-Park" userId="c40cdf9b-93ba-403f-af6c-fe6561442603" providerId="ADAL" clId="{1C71DCB1-4357-4EA3-923C-2AE053C5C112}" dt="2024-01-09T01:45:01.882" v="7" actId="1076"/>
        <pc:sldMkLst>
          <pc:docMk/>
          <pc:sldMk cId="4098354969" sldId="407"/>
        </pc:sldMkLst>
      </pc:sldChg>
    </pc:docChg>
  </pc:docChgLst>
  <pc:docChgLst>
    <pc:chgData name="Lewis Fairgrieve-Park" userId="c40cdf9b-93ba-403f-af6c-fe6561442603" providerId="ADAL" clId="{53CE4F3C-E791-43F0-9C88-4CBE10783CD9}"/>
    <pc:docChg chg="custSel addSld delSld modSld sldOrd">
      <pc:chgData name="Lewis Fairgrieve-Park" userId="c40cdf9b-93ba-403f-af6c-fe6561442603" providerId="ADAL" clId="{53CE4F3C-E791-43F0-9C88-4CBE10783CD9}" dt="2025-01-16T00:15:30.372" v="83" actId="6549"/>
      <pc:docMkLst>
        <pc:docMk/>
      </pc:docMkLst>
      <pc:sldChg chg="ord modNotesTx">
        <pc:chgData name="Lewis Fairgrieve-Park" userId="c40cdf9b-93ba-403f-af6c-fe6561442603" providerId="ADAL" clId="{53CE4F3C-E791-43F0-9C88-4CBE10783CD9}" dt="2025-01-16T00:15:11.405" v="80" actId="6549"/>
        <pc:sldMkLst>
          <pc:docMk/>
          <pc:sldMk cId="0" sldId="287"/>
        </pc:sldMkLst>
      </pc:sldChg>
      <pc:sldChg chg="ord">
        <pc:chgData name="Lewis Fairgrieve-Park" userId="c40cdf9b-93ba-403f-af6c-fe6561442603" providerId="ADAL" clId="{53CE4F3C-E791-43F0-9C88-4CBE10783CD9}" dt="2025-01-15T23:29:42.309" v="54"/>
        <pc:sldMkLst>
          <pc:docMk/>
          <pc:sldMk cId="0" sldId="288"/>
        </pc:sldMkLst>
      </pc:sldChg>
      <pc:sldChg chg="ord modNotesTx">
        <pc:chgData name="Lewis Fairgrieve-Park" userId="c40cdf9b-93ba-403f-af6c-fe6561442603" providerId="ADAL" clId="{53CE4F3C-E791-43F0-9C88-4CBE10783CD9}" dt="2025-01-16T00:15:30.372" v="83" actId="6549"/>
        <pc:sldMkLst>
          <pc:docMk/>
          <pc:sldMk cId="0" sldId="289"/>
        </pc:sldMkLst>
      </pc:sldChg>
      <pc:sldChg chg="del ord">
        <pc:chgData name="Lewis Fairgrieve-Park" userId="c40cdf9b-93ba-403f-af6c-fe6561442603" providerId="ADAL" clId="{53CE4F3C-E791-43F0-9C88-4CBE10783CD9}" dt="2025-01-15T23:30:34.397" v="71" actId="2696"/>
        <pc:sldMkLst>
          <pc:docMk/>
          <pc:sldMk cId="0" sldId="291"/>
        </pc:sldMkLst>
      </pc:sldChg>
      <pc:sldChg chg="ord modNotesTx">
        <pc:chgData name="Lewis Fairgrieve-Park" userId="c40cdf9b-93ba-403f-af6c-fe6561442603" providerId="ADAL" clId="{53CE4F3C-E791-43F0-9C88-4CBE10783CD9}" dt="2025-01-16T00:15:16.299" v="81" actId="6549"/>
        <pc:sldMkLst>
          <pc:docMk/>
          <pc:sldMk cId="0" sldId="292"/>
        </pc:sldMkLst>
      </pc:sldChg>
      <pc:sldChg chg="ord">
        <pc:chgData name="Lewis Fairgrieve-Park" userId="c40cdf9b-93ba-403f-af6c-fe6561442603" providerId="ADAL" clId="{53CE4F3C-E791-43F0-9C88-4CBE10783CD9}" dt="2025-01-15T23:30:22.171" v="68"/>
        <pc:sldMkLst>
          <pc:docMk/>
          <pc:sldMk cId="0" sldId="293"/>
        </pc:sldMkLst>
      </pc:sldChg>
      <pc:sldChg chg="modNotesTx">
        <pc:chgData name="Lewis Fairgrieve-Park" userId="c40cdf9b-93ba-403f-af6c-fe6561442603" providerId="ADAL" clId="{53CE4F3C-E791-43F0-9C88-4CBE10783CD9}" dt="2025-01-16T00:15:06.693" v="79" actId="6549"/>
        <pc:sldMkLst>
          <pc:docMk/>
          <pc:sldMk cId="0" sldId="294"/>
        </pc:sldMkLst>
      </pc:sldChg>
      <pc:sldChg chg="modNotesTx">
        <pc:chgData name="Lewis Fairgrieve-Park" userId="c40cdf9b-93ba-403f-af6c-fe6561442603" providerId="ADAL" clId="{53CE4F3C-E791-43F0-9C88-4CBE10783CD9}" dt="2025-01-16T00:15:02.145" v="78" actId="6549"/>
        <pc:sldMkLst>
          <pc:docMk/>
          <pc:sldMk cId="0" sldId="295"/>
        </pc:sldMkLst>
      </pc:sldChg>
      <pc:sldChg chg="modNotesTx">
        <pc:chgData name="Lewis Fairgrieve-Park" userId="c40cdf9b-93ba-403f-af6c-fe6561442603" providerId="ADAL" clId="{53CE4F3C-E791-43F0-9C88-4CBE10783CD9}" dt="2025-01-16T00:14:56.041" v="77" actId="6549"/>
        <pc:sldMkLst>
          <pc:docMk/>
          <pc:sldMk cId="0" sldId="296"/>
        </pc:sldMkLst>
      </pc:sldChg>
      <pc:sldChg chg="modNotesTx">
        <pc:chgData name="Lewis Fairgrieve-Park" userId="c40cdf9b-93ba-403f-af6c-fe6561442603" providerId="ADAL" clId="{53CE4F3C-E791-43F0-9C88-4CBE10783CD9}" dt="2025-01-16T00:14:46.995" v="76" actId="6549"/>
        <pc:sldMkLst>
          <pc:docMk/>
          <pc:sldMk cId="0" sldId="299"/>
        </pc:sldMkLst>
      </pc:sldChg>
      <pc:sldChg chg="modNotesTx">
        <pc:chgData name="Lewis Fairgrieve-Park" userId="c40cdf9b-93ba-403f-af6c-fe6561442603" providerId="ADAL" clId="{53CE4F3C-E791-43F0-9C88-4CBE10783CD9}" dt="2025-01-16T00:14:40.732" v="75" actId="6549"/>
        <pc:sldMkLst>
          <pc:docMk/>
          <pc:sldMk cId="0" sldId="300"/>
        </pc:sldMkLst>
      </pc:sldChg>
      <pc:sldChg chg="modNotesTx">
        <pc:chgData name="Lewis Fairgrieve-Park" userId="c40cdf9b-93ba-403f-af6c-fe6561442603" providerId="ADAL" clId="{53CE4F3C-E791-43F0-9C88-4CBE10783CD9}" dt="2025-01-16T00:14:29.527" v="74" actId="6549"/>
        <pc:sldMkLst>
          <pc:docMk/>
          <pc:sldMk cId="0" sldId="302"/>
        </pc:sldMkLst>
      </pc:sldChg>
      <pc:sldChg chg="modNotesTx">
        <pc:chgData name="Lewis Fairgrieve-Park" userId="c40cdf9b-93ba-403f-af6c-fe6561442603" providerId="ADAL" clId="{53CE4F3C-E791-43F0-9C88-4CBE10783CD9}" dt="2025-01-16T00:14:25.143" v="73" actId="6549"/>
        <pc:sldMkLst>
          <pc:docMk/>
          <pc:sldMk cId="0" sldId="303"/>
        </pc:sldMkLst>
      </pc:sldChg>
      <pc:sldChg chg="del">
        <pc:chgData name="Lewis Fairgrieve-Park" userId="c40cdf9b-93ba-403f-af6c-fe6561442603" providerId="ADAL" clId="{53CE4F3C-E791-43F0-9C88-4CBE10783CD9}" dt="2025-01-15T23:29:31.996" v="50" actId="2696"/>
        <pc:sldMkLst>
          <pc:docMk/>
          <pc:sldMk cId="0" sldId="307"/>
        </pc:sldMkLst>
      </pc:sldChg>
      <pc:sldChg chg="modNotesTx">
        <pc:chgData name="Lewis Fairgrieve-Park" userId="c40cdf9b-93ba-403f-af6c-fe6561442603" providerId="ADAL" clId="{53CE4F3C-E791-43F0-9C88-4CBE10783CD9}" dt="2025-01-16T00:13:26.942" v="72" actId="6549"/>
        <pc:sldMkLst>
          <pc:docMk/>
          <pc:sldMk cId="110845467" sldId="400"/>
        </pc:sldMkLst>
      </pc:sldChg>
      <pc:sldChg chg="addSp modSp mod modNotesTx">
        <pc:chgData name="Lewis Fairgrieve-Park" userId="c40cdf9b-93ba-403f-af6c-fe6561442603" providerId="ADAL" clId="{53CE4F3C-E791-43F0-9C88-4CBE10783CD9}" dt="2025-01-16T00:15:21.261" v="82" actId="6549"/>
        <pc:sldMkLst>
          <pc:docMk/>
          <pc:sldMk cId="2133469380" sldId="403"/>
        </pc:sldMkLst>
        <pc:spChg chg="add mod">
          <ac:chgData name="Lewis Fairgrieve-Park" userId="c40cdf9b-93ba-403f-af6c-fe6561442603" providerId="ADAL" clId="{53CE4F3C-E791-43F0-9C88-4CBE10783CD9}" dt="2025-01-15T23:28:44.919" v="46" actId="1076"/>
          <ac:spMkLst>
            <pc:docMk/>
            <pc:sldMk cId="2133469380" sldId="403"/>
            <ac:spMk id="2" creationId="{E1D87B7F-9230-331C-8D50-344A30F1D6B2}"/>
          </ac:spMkLst>
        </pc:spChg>
        <pc:spChg chg="add mod">
          <ac:chgData name="Lewis Fairgrieve-Park" userId="c40cdf9b-93ba-403f-af6c-fe6561442603" providerId="ADAL" clId="{53CE4F3C-E791-43F0-9C88-4CBE10783CD9}" dt="2025-01-15T23:29:25.699" v="49" actId="1076"/>
          <ac:spMkLst>
            <pc:docMk/>
            <pc:sldMk cId="2133469380" sldId="403"/>
            <ac:spMk id="3" creationId="{EBCD7DF8-8FAE-45E5-74BB-3947574DD0D6}"/>
          </ac:spMkLst>
        </pc:spChg>
        <pc:spChg chg="mod">
          <ac:chgData name="Lewis Fairgrieve-Park" userId="c40cdf9b-93ba-403f-af6c-fe6561442603" providerId="ADAL" clId="{53CE4F3C-E791-43F0-9C88-4CBE10783CD9}" dt="2025-01-15T23:28:27.481" v="43" actId="1076"/>
          <ac:spMkLst>
            <pc:docMk/>
            <pc:sldMk cId="2133469380" sldId="403"/>
            <ac:spMk id="405" creationId="{00000000-0000-0000-0000-000000000000}"/>
          </ac:spMkLst>
        </pc:spChg>
        <pc:spChg chg="mod">
          <ac:chgData name="Lewis Fairgrieve-Park" userId="c40cdf9b-93ba-403f-af6c-fe6561442603" providerId="ADAL" clId="{53CE4F3C-E791-43F0-9C88-4CBE10783CD9}" dt="2025-01-15T23:28:58.202" v="47" actId="108"/>
          <ac:spMkLst>
            <pc:docMk/>
            <pc:sldMk cId="2133469380" sldId="403"/>
            <ac:spMk id="406" creationId="{00000000-0000-0000-0000-000000000000}"/>
          </ac:spMkLst>
        </pc:spChg>
      </pc:sldChg>
      <pc:sldChg chg="addSp delSp modSp new mod">
        <pc:chgData name="Lewis Fairgrieve-Park" userId="c40cdf9b-93ba-403f-af6c-fe6561442603" providerId="ADAL" clId="{53CE4F3C-E791-43F0-9C88-4CBE10783CD9}" dt="2025-01-14T17:16:37.436" v="42" actId="6549"/>
        <pc:sldMkLst>
          <pc:docMk/>
          <pc:sldMk cId="1135104746" sldId="408"/>
        </pc:sldMkLst>
        <pc:spChg chg="add mod">
          <ac:chgData name="Lewis Fairgrieve-Park" userId="c40cdf9b-93ba-403f-af6c-fe6561442603" providerId="ADAL" clId="{53CE4F3C-E791-43F0-9C88-4CBE10783CD9}" dt="2025-01-14T17:16:37.436" v="42" actId="6549"/>
          <ac:spMkLst>
            <pc:docMk/>
            <pc:sldMk cId="1135104746" sldId="408"/>
            <ac:spMk id="8" creationId="{955D4D2B-F6DD-249D-DF1A-5869CBBC73FC}"/>
          </ac:spMkLst>
        </pc:spChg>
        <pc:picChg chg="add mod">
          <ac:chgData name="Lewis Fairgrieve-Park" userId="c40cdf9b-93ba-403f-af6c-fe6561442603" providerId="ADAL" clId="{53CE4F3C-E791-43F0-9C88-4CBE10783CD9}" dt="2025-01-14T17:14:23.410" v="6" actId="962"/>
          <ac:picMkLst>
            <pc:docMk/>
            <pc:sldMk cId="1135104746" sldId="408"/>
            <ac:picMk id="7" creationId="{FA976D0F-E748-6119-CBD3-4C205D7BC7B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1FF0AC-50AD-0B4E-BB55-AD352BC3740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4CED9-3068-1440-835B-4296E592B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572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32F24-13EB-440B-8D6C-504C88DD7EB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28365-9A19-4EAF-A2E3-5F74C7B75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115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28365-9A19-4EAF-A2E3-5F74C7B75A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 analytics, on the other hand, refers to the process and practice of analyzing data to answer questions, extract insights, and identify trends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28365-9A19-4EAF-A2E3-5F74C7B75A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 analytics, on the other hand, refers to the process and practice of analyzing data to answer questions, extract insights, and identify trends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28365-9A19-4EAF-A2E3-5F74C7B75A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42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 analytics, on the other hand, refers to the process and practice of analyzing data to answer questions, extract insights, and identify trends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28365-9A19-4EAF-A2E3-5F74C7B75A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121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 analytics, on the other hand, refers to the process and practice of analyzing data to answer questions, extract insights, and identify trends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28365-9A19-4EAF-A2E3-5F74C7B75A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20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 analytics, on the other hand, refers to the process and practice of analyzing data to answer questions, extract insights, and identify trends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28365-9A19-4EAF-A2E3-5F74C7B75A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00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 analytics, on the other hand, refers to the process and practice of analyzing data to answer questions, extract insights, and identify trends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28365-9A19-4EAF-A2E3-5F74C7B75A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53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 analytics, on the other hand, refers to the process and practice of analyzing data to answer questions, extract insights, and identify trends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28365-9A19-4EAF-A2E3-5F74C7B75A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67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Data analytics, on the other hand, refers to the process and practice of analyzing data to answer questions, extract insights, and identify trends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28365-9A19-4EAF-A2E3-5F74C7B75A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686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bg>
      <p:bgPr>
        <a:solidFill>
          <a:srgbClr val="031A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EB99E24C-DDAB-4C0A-B9A1-9ED98B8E4A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" y="2581"/>
            <a:ext cx="12192000" cy="6844003"/>
          </a:xfrm>
          <a:prstGeom prst="rect">
            <a:avLst/>
          </a:prstGeom>
        </p:spPr>
      </p:pic>
      <p:pic>
        <p:nvPicPr>
          <p:cNvPr id="10" name="Picture 9" descr="Logo&#10;&#10;Description automatically generated with low confidence">
            <a:extLst>
              <a:ext uri="{FF2B5EF4-FFF2-40B4-BE49-F238E27FC236}">
                <a16:creationId xmlns:a16="http://schemas.microsoft.com/office/drawing/2014/main" id="{B37014CF-5B75-40D4-9316-8DE9192F33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24" y="5775393"/>
            <a:ext cx="2058188" cy="108260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3938ADC-AD21-4A3A-AEE6-8B237E1FA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895" y="1082607"/>
            <a:ext cx="5835375" cy="2387600"/>
          </a:xfrm>
          <a:prstGeom prst="rect">
            <a:avLst/>
          </a:prstGeom>
        </p:spPr>
        <p:txBody>
          <a:bodyPr anchor="b"/>
          <a:lstStyle>
            <a:lvl1pPr algn="l">
              <a:defRPr sz="4800" b="1" i="0">
                <a:solidFill>
                  <a:schemeClr val="bg1"/>
                </a:solidFill>
                <a:latin typeface="Poppins Bold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9099A363-4846-4967-9D8A-093FB05ED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895" y="4297865"/>
            <a:ext cx="9144000" cy="69032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Bitter"/>
                <a:cs typeface="Bitter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91184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A1E2-E2D8-4C6C-8A5A-C0A663058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Heading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B2830-AAB0-4CFC-BED9-CFA6FF9A5A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583" y="1706209"/>
            <a:ext cx="11143701" cy="2069155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>
              <a:spcBef>
                <a:spcPts val="1500"/>
              </a:spcBef>
            </a:pPr>
            <a:r>
              <a:rPr lang="en-CA" dirty="0" err="1"/>
              <a:t>Lorem</a:t>
            </a:r>
            <a:r>
              <a:rPr lang="en-CA" dirty="0"/>
              <a:t> </a:t>
            </a:r>
            <a:r>
              <a:rPr lang="en-CA" dirty="0" err="1"/>
              <a:t>ipsum</a:t>
            </a:r>
            <a:r>
              <a:rPr lang="en-CA" dirty="0"/>
              <a:t> </a:t>
            </a:r>
            <a:r>
              <a:rPr lang="en-CA" dirty="0" err="1"/>
              <a:t>dolor</a:t>
            </a:r>
            <a:r>
              <a:rPr lang="en-CA" dirty="0"/>
              <a:t> sit </a:t>
            </a:r>
            <a:r>
              <a:rPr lang="en-CA" dirty="0" err="1"/>
              <a:t>amet</a:t>
            </a:r>
            <a:r>
              <a:rPr lang="en-CA" dirty="0"/>
              <a:t>, </a:t>
            </a:r>
            <a:r>
              <a:rPr lang="en-CA" dirty="0" err="1"/>
              <a:t>consectetuer</a:t>
            </a:r>
            <a:r>
              <a:rPr lang="en-CA" dirty="0"/>
              <a:t> </a:t>
            </a:r>
            <a:r>
              <a:rPr lang="en-CA" dirty="0" err="1"/>
              <a:t>adipiscing</a:t>
            </a:r>
            <a:r>
              <a:rPr lang="en-CA" dirty="0"/>
              <a:t> </a:t>
            </a:r>
            <a:r>
              <a:rPr lang="en-CA" dirty="0" err="1"/>
              <a:t>elit</a:t>
            </a:r>
            <a:r>
              <a:rPr lang="en-CA" dirty="0"/>
              <a:t>. </a:t>
            </a:r>
            <a:r>
              <a:rPr lang="en-CA" dirty="0" err="1"/>
              <a:t>Aliquam</a:t>
            </a:r>
            <a:r>
              <a:rPr lang="en-CA" dirty="0"/>
              <a:t> </a:t>
            </a:r>
            <a:r>
              <a:rPr lang="en-CA" dirty="0" err="1"/>
              <a:t>malesuada</a:t>
            </a:r>
            <a:r>
              <a:rPr lang="en-CA" dirty="0"/>
              <a:t>. Nam </a:t>
            </a:r>
            <a:r>
              <a:rPr lang="en-CA" dirty="0" err="1"/>
              <a:t>justo</a:t>
            </a:r>
            <a:r>
              <a:rPr lang="en-CA" dirty="0"/>
              <a:t> </a:t>
            </a:r>
            <a:r>
              <a:rPr lang="en-CA" dirty="0" err="1"/>
              <a:t>leo</a:t>
            </a:r>
            <a:r>
              <a:rPr lang="en-CA" dirty="0"/>
              <a:t>, </a:t>
            </a:r>
            <a:r>
              <a:rPr lang="en-CA" dirty="0" err="1"/>
              <a:t>pharetra</a:t>
            </a:r>
            <a:r>
              <a:rPr lang="en-CA" dirty="0"/>
              <a:t> </a:t>
            </a:r>
            <a:r>
              <a:rPr lang="en-CA" dirty="0" err="1"/>
              <a:t>sed</a:t>
            </a:r>
            <a:r>
              <a:rPr lang="en-CA" dirty="0"/>
              <a:t>, </a:t>
            </a:r>
            <a:r>
              <a:rPr lang="en-CA" dirty="0" err="1"/>
              <a:t>feugiat</a:t>
            </a:r>
            <a:r>
              <a:rPr lang="en-CA" dirty="0"/>
              <a:t> </a:t>
            </a:r>
            <a:r>
              <a:rPr lang="en-CA" dirty="0" err="1"/>
              <a:t>sed</a:t>
            </a:r>
            <a:r>
              <a:rPr lang="en-CA" dirty="0"/>
              <a:t>, </a:t>
            </a:r>
            <a:r>
              <a:rPr lang="en-CA" dirty="0" err="1"/>
              <a:t>condimentum</a:t>
            </a:r>
            <a:r>
              <a:rPr lang="en-CA" dirty="0"/>
              <a:t> </a:t>
            </a:r>
            <a:r>
              <a:rPr lang="en-CA" dirty="0" err="1"/>
              <a:t>eu</a:t>
            </a:r>
            <a:r>
              <a:rPr lang="en-CA" dirty="0"/>
              <a:t>, </a:t>
            </a:r>
            <a:r>
              <a:rPr lang="en-CA" dirty="0" err="1"/>
              <a:t>felis</a:t>
            </a:r>
            <a:r>
              <a:rPr lang="en-CA" dirty="0"/>
              <a:t>. </a:t>
            </a:r>
            <a:r>
              <a:rPr lang="en-CA" dirty="0" err="1"/>
              <a:t>Suspendisse</a:t>
            </a:r>
            <a:r>
              <a:rPr lang="en-CA" dirty="0"/>
              <a:t> </a:t>
            </a:r>
            <a:r>
              <a:rPr lang="en-CA" dirty="0" err="1"/>
              <a:t>potenti</a:t>
            </a:r>
            <a:r>
              <a:rPr lang="en-CA" dirty="0"/>
              <a:t>. </a:t>
            </a:r>
            <a:r>
              <a:rPr lang="en-CA" dirty="0" err="1"/>
              <a:t>Nulla</a:t>
            </a:r>
            <a:r>
              <a:rPr lang="en-CA" dirty="0"/>
              <a:t> </a:t>
            </a:r>
            <a:r>
              <a:rPr lang="en-CA" dirty="0" err="1"/>
              <a:t>pede</a:t>
            </a:r>
            <a:r>
              <a:rPr lang="en-CA" dirty="0"/>
              <a:t> ante, </a:t>
            </a:r>
            <a:r>
              <a:rPr lang="en-CA" dirty="0" err="1"/>
              <a:t>ornare</a:t>
            </a:r>
            <a:r>
              <a:rPr lang="en-CA" dirty="0"/>
              <a:t> tempus, semper at, </a:t>
            </a:r>
            <a:r>
              <a:rPr lang="en-CA" dirty="0" err="1"/>
              <a:t>imperdiet</a:t>
            </a:r>
            <a:r>
              <a:rPr lang="en-CA" dirty="0"/>
              <a:t> a, </a:t>
            </a:r>
            <a:r>
              <a:rPr lang="en-CA" dirty="0" err="1"/>
              <a:t>orci</a:t>
            </a:r>
            <a:r>
              <a:rPr lang="en-CA" dirty="0"/>
              <a:t>. </a:t>
            </a:r>
            <a:r>
              <a:rPr lang="en-CA" dirty="0" err="1"/>
              <a:t>Praesent</a:t>
            </a:r>
            <a:r>
              <a:rPr lang="en-CA" dirty="0"/>
              <a:t> </a:t>
            </a:r>
            <a:r>
              <a:rPr lang="en-CA" dirty="0" err="1"/>
              <a:t>ipsum</a:t>
            </a:r>
            <a:r>
              <a:rPr lang="en-CA" dirty="0"/>
              <a:t> </a:t>
            </a:r>
            <a:r>
              <a:rPr lang="en-CA" dirty="0" err="1"/>
              <a:t>urna</a:t>
            </a:r>
            <a:r>
              <a:rPr lang="en-CA" dirty="0"/>
              <a:t>, </a:t>
            </a:r>
            <a:r>
              <a:rPr lang="en-CA" dirty="0" err="1"/>
              <a:t>accumsan</a:t>
            </a:r>
            <a:r>
              <a:rPr lang="en-CA" dirty="0"/>
              <a:t> </a:t>
            </a:r>
            <a:r>
              <a:rPr lang="en-CA" dirty="0" err="1"/>
              <a:t>quis</a:t>
            </a:r>
            <a:r>
              <a:rPr lang="en-CA" dirty="0"/>
              <a:t>, </a:t>
            </a:r>
            <a:r>
              <a:rPr lang="en-CA" dirty="0" err="1"/>
              <a:t>blandit</a:t>
            </a:r>
            <a:r>
              <a:rPr lang="en-CA" dirty="0"/>
              <a:t> non, </a:t>
            </a:r>
            <a:r>
              <a:rPr lang="en-CA" dirty="0" err="1"/>
              <a:t>iaculis</a:t>
            </a:r>
            <a:r>
              <a:rPr lang="en-CA" dirty="0"/>
              <a:t> </a:t>
            </a:r>
            <a:r>
              <a:rPr lang="en-CA" dirty="0" err="1"/>
              <a:t>nec</a:t>
            </a:r>
            <a:r>
              <a:rPr lang="en-CA" dirty="0"/>
              <a:t>, </a:t>
            </a:r>
            <a:r>
              <a:rPr lang="en-CA" dirty="0" err="1"/>
              <a:t>purus</a:t>
            </a:r>
            <a:r>
              <a:rPr lang="en-CA" dirty="0"/>
              <a:t>. </a:t>
            </a:r>
            <a:r>
              <a:rPr lang="en-CA" dirty="0" err="1"/>
              <a:t>Nunc</a:t>
            </a:r>
            <a:r>
              <a:rPr lang="en-CA" dirty="0"/>
              <a:t> quam </a:t>
            </a:r>
            <a:r>
              <a:rPr lang="en-CA" dirty="0" err="1"/>
              <a:t>augue</a:t>
            </a:r>
            <a:r>
              <a:rPr lang="en-CA" dirty="0"/>
              <a:t>, </a:t>
            </a:r>
            <a:r>
              <a:rPr lang="en-CA" dirty="0" err="1"/>
              <a:t>sagittis</a:t>
            </a:r>
            <a:r>
              <a:rPr lang="en-CA" dirty="0"/>
              <a:t> </a:t>
            </a:r>
            <a:r>
              <a:rPr lang="en-CA" dirty="0" err="1"/>
              <a:t>eget</a:t>
            </a:r>
            <a:r>
              <a:rPr lang="en-CA" dirty="0"/>
              <a:t>, </a:t>
            </a:r>
            <a:r>
              <a:rPr lang="en-CA" dirty="0" err="1"/>
              <a:t>volutpat</a:t>
            </a:r>
            <a:r>
              <a:rPr lang="en-CA" dirty="0"/>
              <a:t> a, </a:t>
            </a:r>
            <a:r>
              <a:rPr lang="en-CA" dirty="0" err="1"/>
              <a:t>varius</a:t>
            </a:r>
            <a:r>
              <a:rPr lang="en-CA" dirty="0"/>
              <a:t> </a:t>
            </a:r>
            <a:r>
              <a:rPr lang="en-CA" dirty="0" err="1"/>
              <a:t>sed</a:t>
            </a:r>
            <a:r>
              <a:rPr lang="en-CA" dirty="0"/>
              <a:t>, </a:t>
            </a:r>
            <a:r>
              <a:rPr lang="en-CA" dirty="0" err="1"/>
              <a:t>nibh</a:t>
            </a:r>
            <a:r>
              <a:rPr lang="en-CA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503238" y="3790227"/>
            <a:ext cx="11190287" cy="1120921"/>
          </a:xfrm>
        </p:spPr>
        <p:txBody>
          <a:bodyPr/>
          <a:lstStyle>
            <a:lvl1pPr algn="ctr">
              <a:defRPr baseline="0">
                <a:solidFill>
                  <a:schemeClr val="accent5"/>
                </a:solidFill>
                <a:latin typeface="Poppins SemiBold"/>
              </a:defRPr>
            </a:lvl1pPr>
            <a:lvl2pPr algn="ctr">
              <a:defRPr>
                <a:solidFill>
                  <a:schemeClr val="accent5"/>
                </a:solidFill>
                <a:latin typeface="Poppins SemiBold"/>
              </a:defRPr>
            </a:lvl2pPr>
            <a:lvl3pPr algn="ctr">
              <a:defRPr>
                <a:solidFill>
                  <a:schemeClr val="accent5"/>
                </a:solidFill>
                <a:latin typeface="Poppins SemiBold"/>
              </a:defRPr>
            </a:lvl3pPr>
            <a:lvl4pPr algn="ctr">
              <a:defRPr>
                <a:solidFill>
                  <a:schemeClr val="accent5"/>
                </a:solidFill>
                <a:latin typeface="Poppins SemiBold"/>
              </a:defRPr>
            </a:lvl4pPr>
            <a:lvl5pPr algn="ctr">
              <a:defRPr>
                <a:solidFill>
                  <a:schemeClr val="accent5"/>
                </a:solidFill>
                <a:latin typeface="Poppins SemiBold"/>
              </a:defRPr>
            </a:lvl5pPr>
          </a:lstStyle>
          <a:p>
            <a:pPr lvl="0"/>
            <a:r>
              <a:rPr lang="en-CA" dirty="0"/>
              <a:t>“Quote</a:t>
            </a:r>
            <a:r>
              <a:rPr lang="en-US" dirty="0"/>
              <a:t>” &amp; Author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42477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A1E2-E2D8-4C6C-8A5A-C0A663058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Heading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B2830-AAB0-4CFC-BED9-CFA6FF9A5A98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>
              <a:spcBef>
                <a:spcPts val="1500"/>
              </a:spcBef>
            </a:pPr>
            <a:r>
              <a:rPr lang="en-CA" dirty="0" err="1"/>
              <a:t>Lorem</a:t>
            </a:r>
            <a:r>
              <a:rPr lang="en-CA" dirty="0"/>
              <a:t> </a:t>
            </a:r>
            <a:r>
              <a:rPr lang="en-CA" dirty="0" err="1"/>
              <a:t>ipsum</a:t>
            </a:r>
            <a:r>
              <a:rPr lang="en-CA" dirty="0"/>
              <a:t> </a:t>
            </a:r>
            <a:r>
              <a:rPr lang="en-CA" dirty="0" err="1"/>
              <a:t>dolor</a:t>
            </a:r>
            <a:r>
              <a:rPr lang="en-CA" dirty="0"/>
              <a:t> sit </a:t>
            </a:r>
            <a:r>
              <a:rPr lang="en-CA" dirty="0" err="1"/>
              <a:t>amet</a:t>
            </a:r>
            <a:r>
              <a:rPr lang="en-CA" dirty="0"/>
              <a:t>, </a:t>
            </a:r>
            <a:r>
              <a:rPr lang="en-CA" dirty="0" err="1"/>
              <a:t>consectetuer</a:t>
            </a:r>
            <a:r>
              <a:rPr lang="en-CA" dirty="0"/>
              <a:t> </a:t>
            </a:r>
            <a:r>
              <a:rPr lang="en-CA" dirty="0" err="1"/>
              <a:t>adipiscing</a:t>
            </a:r>
            <a:r>
              <a:rPr lang="en-CA" dirty="0"/>
              <a:t> </a:t>
            </a:r>
            <a:r>
              <a:rPr lang="en-CA" dirty="0" err="1"/>
              <a:t>elit</a:t>
            </a:r>
            <a:r>
              <a:rPr lang="en-CA" dirty="0"/>
              <a:t>. </a:t>
            </a:r>
            <a:r>
              <a:rPr lang="en-CA" dirty="0" err="1"/>
              <a:t>Aliquam</a:t>
            </a:r>
            <a:r>
              <a:rPr lang="en-CA" dirty="0"/>
              <a:t> </a:t>
            </a:r>
            <a:r>
              <a:rPr lang="en-CA" dirty="0" err="1"/>
              <a:t>malesuada</a:t>
            </a:r>
            <a:r>
              <a:rPr lang="en-CA" dirty="0"/>
              <a:t>. Nam </a:t>
            </a:r>
            <a:r>
              <a:rPr lang="en-CA" dirty="0" err="1"/>
              <a:t>justo</a:t>
            </a:r>
            <a:r>
              <a:rPr lang="en-CA" dirty="0"/>
              <a:t> </a:t>
            </a:r>
            <a:r>
              <a:rPr lang="en-CA" dirty="0" err="1"/>
              <a:t>leo</a:t>
            </a:r>
            <a:r>
              <a:rPr lang="en-CA" dirty="0"/>
              <a:t>, </a:t>
            </a:r>
            <a:r>
              <a:rPr lang="en-CA" dirty="0" err="1"/>
              <a:t>pharetra</a:t>
            </a:r>
            <a:r>
              <a:rPr lang="en-CA" dirty="0"/>
              <a:t> </a:t>
            </a:r>
            <a:r>
              <a:rPr lang="en-CA" dirty="0" err="1"/>
              <a:t>sed</a:t>
            </a:r>
            <a:r>
              <a:rPr lang="en-CA" dirty="0"/>
              <a:t>, </a:t>
            </a:r>
            <a:r>
              <a:rPr lang="en-CA" dirty="0" err="1"/>
              <a:t>feugiat</a:t>
            </a:r>
            <a:r>
              <a:rPr lang="en-CA" dirty="0"/>
              <a:t> </a:t>
            </a:r>
            <a:r>
              <a:rPr lang="en-CA" dirty="0" err="1"/>
              <a:t>sed</a:t>
            </a:r>
            <a:r>
              <a:rPr lang="en-CA" dirty="0"/>
              <a:t>, </a:t>
            </a:r>
            <a:r>
              <a:rPr lang="en-CA" dirty="0" err="1"/>
              <a:t>condimentum</a:t>
            </a:r>
            <a:r>
              <a:rPr lang="en-CA" dirty="0"/>
              <a:t> </a:t>
            </a:r>
            <a:r>
              <a:rPr lang="en-CA" dirty="0" err="1"/>
              <a:t>eu</a:t>
            </a:r>
            <a:r>
              <a:rPr lang="en-CA" dirty="0"/>
              <a:t>, </a:t>
            </a:r>
            <a:r>
              <a:rPr lang="en-CA" dirty="0" err="1"/>
              <a:t>felis</a:t>
            </a:r>
            <a:r>
              <a:rPr lang="en-CA" dirty="0"/>
              <a:t>. </a:t>
            </a:r>
            <a:r>
              <a:rPr lang="en-CA" dirty="0" err="1"/>
              <a:t>Suspendisse</a:t>
            </a:r>
            <a:r>
              <a:rPr lang="en-CA" dirty="0"/>
              <a:t> </a:t>
            </a:r>
            <a:r>
              <a:rPr lang="en-CA" dirty="0" err="1"/>
              <a:t>potenti</a:t>
            </a:r>
            <a:r>
              <a:rPr lang="en-CA" dirty="0"/>
              <a:t>. </a:t>
            </a:r>
            <a:r>
              <a:rPr lang="en-CA" dirty="0" err="1"/>
              <a:t>Nulla</a:t>
            </a:r>
            <a:r>
              <a:rPr lang="en-CA" dirty="0"/>
              <a:t> </a:t>
            </a:r>
            <a:r>
              <a:rPr lang="en-CA" dirty="0" err="1"/>
              <a:t>pede</a:t>
            </a:r>
            <a:r>
              <a:rPr lang="en-CA" dirty="0"/>
              <a:t> ante, </a:t>
            </a:r>
            <a:r>
              <a:rPr lang="en-CA" dirty="0" err="1"/>
              <a:t>ornare</a:t>
            </a:r>
            <a:r>
              <a:rPr lang="en-CA" dirty="0"/>
              <a:t> tempus, semper at, </a:t>
            </a:r>
            <a:r>
              <a:rPr lang="en-CA" dirty="0" err="1"/>
              <a:t>imperdiet</a:t>
            </a:r>
            <a:r>
              <a:rPr lang="en-CA" dirty="0"/>
              <a:t> a, </a:t>
            </a:r>
            <a:r>
              <a:rPr lang="en-CA" dirty="0" err="1"/>
              <a:t>orci</a:t>
            </a:r>
            <a:r>
              <a:rPr lang="en-CA" dirty="0"/>
              <a:t>. </a:t>
            </a:r>
            <a:r>
              <a:rPr lang="en-CA" dirty="0" err="1"/>
              <a:t>Praesent</a:t>
            </a:r>
            <a:r>
              <a:rPr lang="en-CA" dirty="0"/>
              <a:t> </a:t>
            </a:r>
            <a:r>
              <a:rPr lang="en-CA" dirty="0" err="1"/>
              <a:t>ipsum</a:t>
            </a:r>
            <a:r>
              <a:rPr lang="en-CA" dirty="0"/>
              <a:t> </a:t>
            </a:r>
            <a:r>
              <a:rPr lang="en-CA" dirty="0" err="1"/>
              <a:t>urna</a:t>
            </a:r>
            <a:r>
              <a:rPr lang="en-CA" dirty="0"/>
              <a:t>, </a:t>
            </a:r>
            <a:r>
              <a:rPr lang="en-CA" dirty="0" err="1"/>
              <a:t>accumsan</a:t>
            </a:r>
            <a:r>
              <a:rPr lang="en-CA" dirty="0"/>
              <a:t> </a:t>
            </a:r>
            <a:r>
              <a:rPr lang="en-CA" dirty="0" err="1"/>
              <a:t>quis</a:t>
            </a:r>
            <a:r>
              <a:rPr lang="en-CA" dirty="0"/>
              <a:t>, </a:t>
            </a:r>
            <a:r>
              <a:rPr lang="en-CA" dirty="0" err="1"/>
              <a:t>blandit</a:t>
            </a:r>
            <a:r>
              <a:rPr lang="en-CA" dirty="0"/>
              <a:t> non, </a:t>
            </a:r>
            <a:r>
              <a:rPr lang="en-CA" dirty="0" err="1"/>
              <a:t>iaculis</a:t>
            </a:r>
            <a:r>
              <a:rPr lang="en-CA" dirty="0"/>
              <a:t> </a:t>
            </a:r>
            <a:r>
              <a:rPr lang="en-CA" dirty="0" err="1"/>
              <a:t>nec</a:t>
            </a:r>
            <a:r>
              <a:rPr lang="en-CA" dirty="0"/>
              <a:t>, </a:t>
            </a:r>
            <a:r>
              <a:rPr lang="en-CA" dirty="0" err="1"/>
              <a:t>purus</a:t>
            </a:r>
            <a:r>
              <a:rPr lang="en-CA" dirty="0"/>
              <a:t>. </a:t>
            </a:r>
            <a:r>
              <a:rPr lang="en-CA" dirty="0" err="1"/>
              <a:t>Nunc</a:t>
            </a:r>
            <a:r>
              <a:rPr lang="en-CA" dirty="0"/>
              <a:t> quam </a:t>
            </a:r>
            <a:r>
              <a:rPr lang="en-CA" dirty="0" err="1"/>
              <a:t>augue</a:t>
            </a:r>
            <a:r>
              <a:rPr lang="en-CA" dirty="0"/>
              <a:t>, </a:t>
            </a:r>
            <a:r>
              <a:rPr lang="en-CA" dirty="0" err="1"/>
              <a:t>sagittis</a:t>
            </a:r>
            <a:r>
              <a:rPr lang="en-CA" dirty="0"/>
              <a:t> </a:t>
            </a:r>
            <a:r>
              <a:rPr lang="en-CA" dirty="0" err="1"/>
              <a:t>eget</a:t>
            </a:r>
            <a:r>
              <a:rPr lang="en-CA" dirty="0"/>
              <a:t>, </a:t>
            </a:r>
            <a:r>
              <a:rPr lang="en-CA" dirty="0" err="1"/>
              <a:t>volutpat</a:t>
            </a:r>
            <a:r>
              <a:rPr lang="en-CA" dirty="0"/>
              <a:t> a, </a:t>
            </a:r>
            <a:r>
              <a:rPr lang="en-CA" dirty="0" err="1"/>
              <a:t>varius</a:t>
            </a:r>
            <a:r>
              <a:rPr lang="en-CA" dirty="0"/>
              <a:t> </a:t>
            </a:r>
            <a:r>
              <a:rPr lang="en-CA" dirty="0" err="1"/>
              <a:t>sed</a:t>
            </a:r>
            <a:r>
              <a:rPr lang="en-CA" dirty="0"/>
              <a:t>, </a:t>
            </a:r>
            <a:r>
              <a:rPr lang="en-CA" dirty="0" err="1"/>
              <a:t>nibh</a:t>
            </a:r>
            <a:r>
              <a:rPr lang="en-CA" dirty="0"/>
              <a:t>. </a:t>
            </a:r>
            <a:r>
              <a:rPr lang="en-CA" dirty="0" err="1"/>
              <a:t>Mauris</a:t>
            </a:r>
            <a:r>
              <a:rPr lang="en-CA" dirty="0"/>
              <a:t> </a:t>
            </a:r>
            <a:r>
              <a:rPr lang="en-CA" dirty="0" err="1"/>
              <a:t>scelerisque</a:t>
            </a:r>
            <a:r>
              <a:rPr lang="en-CA" dirty="0"/>
              <a:t>. </a:t>
            </a:r>
            <a:r>
              <a:rPr lang="en-CA" dirty="0" err="1"/>
              <a:t>Proin</a:t>
            </a:r>
            <a:r>
              <a:rPr lang="en-CA" dirty="0"/>
              <a:t> </a:t>
            </a:r>
            <a:r>
              <a:rPr lang="en-CA" dirty="0" err="1"/>
              <a:t>wisi</a:t>
            </a:r>
            <a:r>
              <a:rPr lang="en-CA" dirty="0"/>
              <a:t> </a:t>
            </a:r>
            <a:r>
              <a:rPr lang="en-CA" dirty="0" err="1"/>
              <a:t>metus</a:t>
            </a:r>
            <a:r>
              <a:rPr lang="en-CA" dirty="0"/>
              <a:t>, </a:t>
            </a:r>
            <a:r>
              <a:rPr lang="en-CA" dirty="0" err="1"/>
              <a:t>viverra</a:t>
            </a:r>
            <a:r>
              <a:rPr lang="en-CA" dirty="0"/>
              <a:t> a, </a:t>
            </a:r>
            <a:r>
              <a:rPr lang="en-CA" dirty="0" err="1"/>
              <a:t>hendrerit</a:t>
            </a:r>
            <a:r>
              <a:rPr lang="en-CA" dirty="0"/>
              <a:t> </a:t>
            </a:r>
            <a:r>
              <a:rPr lang="en-CA" dirty="0" err="1"/>
              <a:t>nec</a:t>
            </a:r>
            <a:r>
              <a:rPr lang="en-CA" dirty="0"/>
              <a:t>, </a:t>
            </a:r>
            <a:r>
              <a:rPr lang="en-CA" dirty="0" err="1"/>
              <a:t>dapibus</a:t>
            </a:r>
            <a:r>
              <a:rPr lang="en-CA" dirty="0"/>
              <a:t> in, </a:t>
            </a:r>
            <a:r>
              <a:rPr lang="en-CA" dirty="0" err="1"/>
              <a:t>nisl</a:t>
            </a:r>
            <a:r>
              <a:rPr lang="en-CA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162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A1E2-E2D8-4C6C-8A5A-C0A663058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Heading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B2830-AAB0-4CFC-BED9-CFA6FF9A5A9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583" y="1706209"/>
            <a:ext cx="11143701" cy="1179025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>
              <a:spcBef>
                <a:spcPts val="1500"/>
              </a:spcBef>
            </a:pPr>
            <a:r>
              <a:rPr lang="en-CA" dirty="0" err="1"/>
              <a:t>Lorem</a:t>
            </a:r>
            <a:r>
              <a:rPr lang="en-CA" dirty="0"/>
              <a:t> </a:t>
            </a:r>
            <a:r>
              <a:rPr lang="en-CA" dirty="0" err="1"/>
              <a:t>ipsum</a:t>
            </a:r>
            <a:r>
              <a:rPr lang="en-CA" dirty="0"/>
              <a:t> </a:t>
            </a:r>
            <a:r>
              <a:rPr lang="en-CA" dirty="0" err="1"/>
              <a:t>dolor</a:t>
            </a:r>
            <a:r>
              <a:rPr lang="en-CA" dirty="0"/>
              <a:t> sit </a:t>
            </a:r>
            <a:r>
              <a:rPr lang="en-CA" dirty="0" err="1"/>
              <a:t>amet</a:t>
            </a:r>
            <a:r>
              <a:rPr lang="en-CA" dirty="0"/>
              <a:t>, </a:t>
            </a:r>
            <a:r>
              <a:rPr lang="en-CA" dirty="0" err="1"/>
              <a:t>consectetuer</a:t>
            </a:r>
            <a:r>
              <a:rPr lang="en-CA" dirty="0"/>
              <a:t> </a:t>
            </a:r>
            <a:r>
              <a:rPr lang="en-CA" dirty="0" err="1"/>
              <a:t>adipiscing</a:t>
            </a:r>
            <a:r>
              <a:rPr lang="en-CA" dirty="0"/>
              <a:t> </a:t>
            </a:r>
            <a:r>
              <a:rPr lang="en-CA" dirty="0" err="1"/>
              <a:t>elit</a:t>
            </a:r>
            <a:r>
              <a:rPr lang="en-CA" dirty="0"/>
              <a:t>. </a:t>
            </a:r>
            <a:r>
              <a:rPr lang="en-CA" dirty="0" err="1"/>
              <a:t>Aliquam</a:t>
            </a:r>
            <a:r>
              <a:rPr lang="en-CA" dirty="0"/>
              <a:t> </a:t>
            </a:r>
            <a:r>
              <a:rPr lang="en-CA" dirty="0" err="1"/>
              <a:t>malesuada</a:t>
            </a:r>
            <a:r>
              <a:rPr lang="en-CA" dirty="0"/>
              <a:t>. Nam </a:t>
            </a:r>
            <a:r>
              <a:rPr lang="en-CA" dirty="0" err="1"/>
              <a:t>justo</a:t>
            </a:r>
            <a:r>
              <a:rPr lang="en-CA" dirty="0"/>
              <a:t> </a:t>
            </a:r>
            <a:r>
              <a:rPr lang="en-CA" dirty="0" err="1"/>
              <a:t>leo</a:t>
            </a:r>
            <a:r>
              <a:rPr lang="en-CA" dirty="0"/>
              <a:t>, </a:t>
            </a:r>
            <a:r>
              <a:rPr lang="en-CA" dirty="0" err="1"/>
              <a:t>pharetra</a:t>
            </a:r>
            <a:r>
              <a:rPr lang="en-CA" dirty="0"/>
              <a:t> </a:t>
            </a:r>
            <a:r>
              <a:rPr lang="en-CA" dirty="0" err="1"/>
              <a:t>sed</a:t>
            </a:r>
            <a:r>
              <a:rPr lang="en-CA" dirty="0"/>
              <a:t>, </a:t>
            </a:r>
            <a:r>
              <a:rPr lang="en-CA" dirty="0" err="1"/>
              <a:t>feugiat</a:t>
            </a:r>
            <a:r>
              <a:rPr lang="en-CA" dirty="0"/>
              <a:t> </a:t>
            </a:r>
            <a:r>
              <a:rPr lang="en-CA" dirty="0" err="1"/>
              <a:t>sed</a:t>
            </a:r>
            <a:r>
              <a:rPr lang="en-CA" dirty="0"/>
              <a:t>, </a:t>
            </a:r>
            <a:r>
              <a:rPr lang="en-CA" dirty="0" err="1"/>
              <a:t>condimentum</a:t>
            </a:r>
            <a:r>
              <a:rPr lang="en-CA" dirty="0"/>
              <a:t> </a:t>
            </a:r>
            <a:r>
              <a:rPr lang="en-CA" dirty="0" err="1"/>
              <a:t>eu</a:t>
            </a:r>
            <a:r>
              <a:rPr lang="en-CA" dirty="0"/>
              <a:t>, </a:t>
            </a:r>
            <a:r>
              <a:rPr lang="en-CA" dirty="0" err="1"/>
              <a:t>felis</a:t>
            </a:r>
            <a:r>
              <a:rPr lang="en-CA" dirty="0"/>
              <a:t>. </a:t>
            </a:r>
            <a:r>
              <a:rPr lang="en-CA" dirty="0" err="1"/>
              <a:t>Suspendisse</a:t>
            </a:r>
            <a:r>
              <a:rPr lang="en-CA" dirty="0"/>
              <a:t> </a:t>
            </a:r>
            <a:r>
              <a:rPr lang="en-CA" dirty="0" err="1"/>
              <a:t>potenti</a:t>
            </a:r>
            <a:r>
              <a:rPr lang="en-CA" dirty="0"/>
              <a:t>. </a:t>
            </a:r>
            <a:r>
              <a:rPr lang="en-CA" dirty="0" err="1"/>
              <a:t>Nulla</a:t>
            </a:r>
            <a:r>
              <a:rPr lang="en-CA" dirty="0"/>
              <a:t> </a:t>
            </a:r>
            <a:r>
              <a:rPr lang="en-CA" dirty="0" err="1"/>
              <a:t>pede</a:t>
            </a:r>
            <a:r>
              <a:rPr lang="en-CA" dirty="0"/>
              <a:t> ante, </a:t>
            </a:r>
            <a:r>
              <a:rPr lang="en-CA" dirty="0" err="1"/>
              <a:t>ornare</a:t>
            </a:r>
            <a:r>
              <a:rPr lang="en-CA" dirty="0"/>
              <a:t> tempus, semper at, </a:t>
            </a:r>
            <a:r>
              <a:rPr lang="en-CA" dirty="0" err="1"/>
              <a:t>imperdiet</a:t>
            </a:r>
            <a:r>
              <a:rPr lang="en-CA" dirty="0"/>
              <a:t> a, </a:t>
            </a:r>
            <a:r>
              <a:rPr lang="en-CA" dirty="0" err="1"/>
              <a:t>orci</a:t>
            </a:r>
            <a:r>
              <a:rPr lang="en-CA" dirty="0"/>
              <a:t>. </a:t>
            </a:r>
            <a:r>
              <a:rPr lang="en-CA" dirty="0" err="1"/>
              <a:t>Praesent</a:t>
            </a:r>
            <a:r>
              <a:rPr lang="en-CA" dirty="0"/>
              <a:t> </a:t>
            </a:r>
            <a:r>
              <a:rPr lang="en-CA" dirty="0" err="1"/>
              <a:t>ipsum</a:t>
            </a:r>
            <a:r>
              <a:rPr lang="en-CA" dirty="0"/>
              <a:t> </a:t>
            </a:r>
            <a:r>
              <a:rPr lang="en-CA" dirty="0" err="1"/>
              <a:t>urna</a:t>
            </a:r>
            <a:r>
              <a:rPr lang="en-CA" dirty="0"/>
              <a:t>, </a:t>
            </a:r>
            <a:r>
              <a:rPr lang="en-CA" dirty="0" err="1"/>
              <a:t>accumsan</a:t>
            </a:r>
            <a:r>
              <a:rPr lang="en-CA" dirty="0"/>
              <a:t> </a:t>
            </a:r>
            <a:r>
              <a:rPr lang="en-CA" dirty="0" err="1"/>
              <a:t>quis</a:t>
            </a:r>
            <a:r>
              <a:rPr lang="en-CA" dirty="0"/>
              <a:t>, </a:t>
            </a:r>
            <a:r>
              <a:rPr lang="en-CA" dirty="0" err="1"/>
              <a:t>blandit</a:t>
            </a:r>
            <a:r>
              <a:rPr lang="en-CA" dirty="0"/>
              <a:t> non, </a:t>
            </a:r>
            <a:r>
              <a:rPr lang="en-CA" dirty="0" err="1"/>
              <a:t>iaculis</a:t>
            </a:r>
            <a:r>
              <a:rPr lang="en-CA" dirty="0"/>
              <a:t> </a:t>
            </a:r>
            <a:r>
              <a:rPr lang="en-CA" dirty="0" err="1"/>
              <a:t>nec</a:t>
            </a:r>
            <a:r>
              <a:rPr lang="en-CA" dirty="0"/>
              <a:t>, </a:t>
            </a:r>
            <a:r>
              <a:rPr lang="en-CA" dirty="0" err="1"/>
              <a:t>purus</a:t>
            </a:r>
            <a:r>
              <a:rPr lang="en-CA" dirty="0"/>
              <a:t>. </a:t>
            </a:r>
            <a:r>
              <a:rPr lang="en-CA" dirty="0" err="1"/>
              <a:t>Nunc</a:t>
            </a:r>
            <a:r>
              <a:rPr lang="en-CA" dirty="0"/>
              <a:t> quam </a:t>
            </a:r>
            <a:r>
              <a:rPr lang="en-CA" dirty="0" err="1"/>
              <a:t>augue</a:t>
            </a:r>
            <a:r>
              <a:rPr lang="en-CA" dirty="0"/>
              <a:t>, </a:t>
            </a:r>
            <a:r>
              <a:rPr lang="en-CA" dirty="0" err="1"/>
              <a:t>sagittis</a:t>
            </a:r>
            <a:r>
              <a:rPr lang="en-CA" dirty="0"/>
              <a:t> </a:t>
            </a:r>
            <a:r>
              <a:rPr lang="en-CA" dirty="0" err="1"/>
              <a:t>eget</a:t>
            </a:r>
            <a:r>
              <a:rPr lang="en-CA" dirty="0"/>
              <a:t>, </a:t>
            </a:r>
            <a:r>
              <a:rPr lang="en-CA" dirty="0" err="1"/>
              <a:t>volutpat</a:t>
            </a:r>
            <a:r>
              <a:rPr lang="en-CA" dirty="0"/>
              <a:t> a, </a:t>
            </a:r>
            <a:r>
              <a:rPr lang="en-CA" dirty="0" err="1"/>
              <a:t>varius</a:t>
            </a:r>
            <a:r>
              <a:rPr lang="en-CA" dirty="0"/>
              <a:t> </a:t>
            </a:r>
            <a:r>
              <a:rPr lang="en-CA" dirty="0" err="1"/>
              <a:t>sed</a:t>
            </a:r>
            <a:r>
              <a:rPr lang="en-CA" dirty="0"/>
              <a:t>, </a:t>
            </a:r>
            <a:r>
              <a:rPr lang="en-CA" dirty="0" err="1"/>
              <a:t>nibh</a:t>
            </a:r>
            <a:r>
              <a:rPr lang="en-CA" dirty="0"/>
              <a:t>. </a:t>
            </a:r>
            <a:r>
              <a:rPr lang="en-CA" dirty="0" err="1"/>
              <a:t>Mauris</a:t>
            </a:r>
            <a:r>
              <a:rPr lang="en-CA" dirty="0"/>
              <a:t> </a:t>
            </a:r>
            <a:r>
              <a:rPr lang="en-CA" dirty="0" err="1"/>
              <a:t>scelerisque</a:t>
            </a:r>
            <a:r>
              <a:rPr lang="en-CA" dirty="0"/>
              <a:t>. </a:t>
            </a:r>
            <a:r>
              <a:rPr lang="en-CA" dirty="0" err="1"/>
              <a:t>Proin</a:t>
            </a:r>
            <a:r>
              <a:rPr lang="en-CA" dirty="0"/>
              <a:t> </a:t>
            </a:r>
            <a:r>
              <a:rPr lang="en-CA" dirty="0" err="1"/>
              <a:t>wisi</a:t>
            </a:r>
            <a:r>
              <a:rPr lang="en-CA" dirty="0"/>
              <a:t> </a:t>
            </a:r>
            <a:r>
              <a:rPr lang="en-CA" dirty="0" err="1"/>
              <a:t>metus</a:t>
            </a:r>
            <a:r>
              <a:rPr lang="en-CA" dirty="0"/>
              <a:t>, </a:t>
            </a:r>
            <a:r>
              <a:rPr lang="en-CA" dirty="0" err="1"/>
              <a:t>viverra</a:t>
            </a:r>
            <a:r>
              <a:rPr lang="en-CA" dirty="0"/>
              <a:t> a, </a:t>
            </a:r>
            <a:r>
              <a:rPr lang="en-CA" dirty="0" err="1"/>
              <a:t>hendrerit</a:t>
            </a:r>
            <a:r>
              <a:rPr lang="en-CA" dirty="0"/>
              <a:t> </a:t>
            </a:r>
            <a:r>
              <a:rPr lang="en-CA" dirty="0" err="1"/>
              <a:t>nec</a:t>
            </a:r>
            <a:r>
              <a:rPr lang="en-CA" dirty="0"/>
              <a:t>, </a:t>
            </a:r>
            <a:r>
              <a:rPr lang="en-CA" dirty="0" err="1"/>
              <a:t>dapibus</a:t>
            </a:r>
            <a:r>
              <a:rPr lang="en-CA" dirty="0"/>
              <a:t> in, </a:t>
            </a:r>
            <a:r>
              <a:rPr lang="en-CA" dirty="0" err="1"/>
              <a:t>nisl</a:t>
            </a:r>
            <a:r>
              <a:rPr lang="en-CA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B2830-AAB0-4CFC-BED9-CFA6FF9A5A9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21015" y="2950319"/>
            <a:ext cx="11143701" cy="3132066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>
              <a:spcBef>
                <a:spcPts val="1500"/>
              </a:spcBef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4568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6CAA1E2-E2D8-4C6C-8A5A-C0A663058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583" y="365125"/>
            <a:ext cx="11143701" cy="1325563"/>
          </a:xfrm>
        </p:spPr>
        <p:txBody>
          <a:bodyPr/>
          <a:lstStyle/>
          <a:p>
            <a:r>
              <a:rPr lang="en-US" dirty="0"/>
              <a:t>Heading</a:t>
            </a:r>
            <a:endParaRPr lang="en-CA" dirty="0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523492" y="1682283"/>
            <a:ext cx="3632200" cy="557213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5"/>
                </a:solidFill>
                <a:latin typeface="Poppins SemiBold"/>
              </a:defRPr>
            </a:lvl1pPr>
          </a:lstStyle>
          <a:p>
            <a:pPr lvl="0"/>
            <a:r>
              <a:rPr lang="en-CA" dirty="0"/>
              <a:t>Subhead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66B2830-AAB0-4CFC-BED9-CFA6FF9A5A9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82771" y="2194559"/>
            <a:ext cx="5581945" cy="3887825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>
              <a:spcBef>
                <a:spcPts val="1500"/>
              </a:spcBef>
            </a:pPr>
            <a:endParaRPr lang="en-CA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half" idx="2" hasCustomPrompt="1"/>
          </p:nvPr>
        </p:nvSpPr>
        <p:spPr>
          <a:xfrm>
            <a:off x="521002" y="2194559"/>
            <a:ext cx="4982457" cy="3910104"/>
          </a:xfrm>
        </p:spPr>
        <p:txBody>
          <a:bodyPr/>
          <a:lstStyle/>
          <a:p>
            <a:pPr>
              <a:spcBef>
                <a:spcPts val="1500"/>
              </a:spcBef>
            </a:pPr>
            <a:r>
              <a:rPr lang="en-CA" dirty="0" err="1"/>
              <a:t>Lorem</a:t>
            </a:r>
            <a:r>
              <a:rPr lang="en-CA" dirty="0"/>
              <a:t> </a:t>
            </a:r>
            <a:r>
              <a:rPr lang="en-CA" dirty="0" err="1"/>
              <a:t>ipsum</a:t>
            </a:r>
            <a:r>
              <a:rPr lang="en-CA" dirty="0"/>
              <a:t> </a:t>
            </a:r>
            <a:r>
              <a:rPr lang="en-CA" dirty="0" err="1"/>
              <a:t>dolor</a:t>
            </a:r>
            <a:r>
              <a:rPr lang="en-CA" dirty="0"/>
              <a:t> sit </a:t>
            </a:r>
            <a:r>
              <a:rPr lang="en-CA" dirty="0" err="1"/>
              <a:t>amet</a:t>
            </a:r>
            <a:r>
              <a:rPr lang="en-CA" dirty="0"/>
              <a:t>, </a:t>
            </a:r>
            <a:r>
              <a:rPr lang="en-CA" dirty="0" err="1"/>
              <a:t>consectetuer</a:t>
            </a:r>
            <a:r>
              <a:rPr lang="en-CA" dirty="0"/>
              <a:t> </a:t>
            </a:r>
            <a:r>
              <a:rPr lang="en-CA" dirty="0" err="1"/>
              <a:t>adipiscing</a:t>
            </a:r>
            <a:r>
              <a:rPr lang="en-CA" dirty="0"/>
              <a:t> </a:t>
            </a:r>
            <a:r>
              <a:rPr lang="en-CA" dirty="0" err="1"/>
              <a:t>elit</a:t>
            </a:r>
            <a:r>
              <a:rPr lang="en-CA" dirty="0"/>
              <a:t>. </a:t>
            </a:r>
            <a:r>
              <a:rPr lang="en-CA" dirty="0" err="1"/>
              <a:t>Aliquam</a:t>
            </a:r>
            <a:r>
              <a:rPr lang="en-CA" dirty="0"/>
              <a:t> </a:t>
            </a:r>
            <a:r>
              <a:rPr lang="en-CA" dirty="0" err="1"/>
              <a:t>malesuada</a:t>
            </a:r>
            <a:r>
              <a:rPr lang="en-CA" dirty="0"/>
              <a:t>. Nam </a:t>
            </a:r>
            <a:r>
              <a:rPr lang="en-CA" dirty="0" err="1"/>
              <a:t>justo</a:t>
            </a:r>
            <a:r>
              <a:rPr lang="en-CA" dirty="0"/>
              <a:t> </a:t>
            </a:r>
            <a:r>
              <a:rPr lang="en-CA" dirty="0" err="1"/>
              <a:t>leo</a:t>
            </a:r>
            <a:r>
              <a:rPr lang="en-CA" dirty="0"/>
              <a:t>, </a:t>
            </a:r>
            <a:r>
              <a:rPr lang="en-CA" dirty="0" err="1"/>
              <a:t>pharetra</a:t>
            </a:r>
            <a:r>
              <a:rPr lang="en-CA" dirty="0"/>
              <a:t> </a:t>
            </a:r>
            <a:r>
              <a:rPr lang="en-CA" dirty="0" err="1"/>
              <a:t>sed</a:t>
            </a:r>
            <a:r>
              <a:rPr lang="en-CA" dirty="0"/>
              <a:t>, </a:t>
            </a:r>
            <a:r>
              <a:rPr lang="en-CA" dirty="0" err="1"/>
              <a:t>feugiat</a:t>
            </a:r>
            <a:r>
              <a:rPr lang="en-CA" dirty="0"/>
              <a:t> </a:t>
            </a:r>
            <a:r>
              <a:rPr lang="en-CA" dirty="0" err="1"/>
              <a:t>sed</a:t>
            </a:r>
            <a:r>
              <a:rPr lang="en-CA" dirty="0"/>
              <a:t>, </a:t>
            </a:r>
            <a:r>
              <a:rPr lang="en-CA" dirty="0" err="1"/>
              <a:t>condimentum</a:t>
            </a:r>
            <a:r>
              <a:rPr lang="en-CA" dirty="0"/>
              <a:t> </a:t>
            </a:r>
            <a:r>
              <a:rPr lang="en-CA" dirty="0" err="1"/>
              <a:t>eu</a:t>
            </a:r>
            <a:r>
              <a:rPr lang="en-CA" dirty="0"/>
              <a:t>, </a:t>
            </a:r>
            <a:r>
              <a:rPr lang="en-CA" dirty="0" err="1"/>
              <a:t>felis</a:t>
            </a:r>
            <a:r>
              <a:rPr lang="en-CA" dirty="0"/>
              <a:t>. </a:t>
            </a:r>
            <a:r>
              <a:rPr lang="en-CA" dirty="0" err="1"/>
              <a:t>Suspendisse</a:t>
            </a:r>
            <a:r>
              <a:rPr lang="en-CA" dirty="0"/>
              <a:t> </a:t>
            </a:r>
            <a:r>
              <a:rPr lang="en-CA" dirty="0" err="1"/>
              <a:t>potenti</a:t>
            </a:r>
            <a:r>
              <a:rPr lang="en-CA" dirty="0"/>
              <a:t>. </a:t>
            </a:r>
            <a:r>
              <a:rPr lang="en-CA" dirty="0" err="1"/>
              <a:t>Nulla</a:t>
            </a:r>
            <a:r>
              <a:rPr lang="en-CA" dirty="0"/>
              <a:t> </a:t>
            </a:r>
            <a:r>
              <a:rPr lang="en-CA" dirty="0" err="1"/>
              <a:t>pede</a:t>
            </a:r>
            <a:r>
              <a:rPr lang="en-CA" dirty="0"/>
              <a:t> ante, </a:t>
            </a:r>
            <a:r>
              <a:rPr lang="en-CA" dirty="0" err="1"/>
              <a:t>ornare</a:t>
            </a:r>
            <a:r>
              <a:rPr lang="en-CA" dirty="0"/>
              <a:t> tempus, semper at, </a:t>
            </a:r>
            <a:r>
              <a:rPr lang="en-CA" dirty="0" err="1"/>
              <a:t>imperdiet</a:t>
            </a:r>
            <a:r>
              <a:rPr lang="en-CA" dirty="0"/>
              <a:t> a, </a:t>
            </a:r>
            <a:r>
              <a:rPr lang="en-CA" dirty="0" err="1"/>
              <a:t>orci</a:t>
            </a:r>
            <a:r>
              <a:rPr lang="en-CA" dirty="0"/>
              <a:t>. </a:t>
            </a:r>
            <a:r>
              <a:rPr lang="en-CA" dirty="0" err="1"/>
              <a:t>Praesent</a:t>
            </a:r>
            <a:r>
              <a:rPr lang="en-CA" dirty="0"/>
              <a:t> </a:t>
            </a:r>
            <a:r>
              <a:rPr lang="en-CA" dirty="0" err="1"/>
              <a:t>ipsum</a:t>
            </a:r>
            <a:r>
              <a:rPr lang="en-CA" dirty="0"/>
              <a:t> </a:t>
            </a:r>
            <a:r>
              <a:rPr lang="en-CA" dirty="0" err="1"/>
              <a:t>urna</a:t>
            </a:r>
            <a:r>
              <a:rPr lang="en-CA" dirty="0"/>
              <a:t>, </a:t>
            </a:r>
            <a:r>
              <a:rPr lang="en-CA" dirty="0" err="1"/>
              <a:t>accumsan</a:t>
            </a:r>
            <a:r>
              <a:rPr lang="en-CA" dirty="0"/>
              <a:t> </a:t>
            </a:r>
            <a:r>
              <a:rPr lang="en-CA" dirty="0" err="1"/>
              <a:t>quis</a:t>
            </a:r>
            <a:r>
              <a:rPr lang="en-CA" dirty="0"/>
              <a:t>, </a:t>
            </a:r>
            <a:r>
              <a:rPr lang="en-CA" dirty="0" err="1"/>
              <a:t>blandit</a:t>
            </a:r>
            <a:r>
              <a:rPr lang="en-CA" dirty="0"/>
              <a:t> non, </a:t>
            </a:r>
            <a:r>
              <a:rPr lang="en-CA" dirty="0" err="1"/>
              <a:t>iaculis</a:t>
            </a:r>
            <a:r>
              <a:rPr lang="en-CA" dirty="0"/>
              <a:t> </a:t>
            </a:r>
            <a:r>
              <a:rPr lang="en-CA" dirty="0" err="1"/>
              <a:t>nec</a:t>
            </a:r>
            <a:r>
              <a:rPr lang="en-CA" dirty="0"/>
              <a:t>, </a:t>
            </a:r>
            <a:r>
              <a:rPr lang="en-CA" dirty="0" err="1"/>
              <a:t>purus</a:t>
            </a:r>
            <a:r>
              <a:rPr lang="en-CA" dirty="0"/>
              <a:t>. </a:t>
            </a:r>
            <a:r>
              <a:rPr lang="en-CA" dirty="0" err="1"/>
              <a:t>Nunc</a:t>
            </a:r>
            <a:r>
              <a:rPr lang="en-CA" dirty="0"/>
              <a:t> quam </a:t>
            </a:r>
            <a:r>
              <a:rPr lang="en-CA" dirty="0" err="1"/>
              <a:t>augue</a:t>
            </a:r>
            <a:r>
              <a:rPr lang="en-CA" dirty="0"/>
              <a:t>, </a:t>
            </a:r>
            <a:r>
              <a:rPr lang="en-CA" dirty="0" err="1"/>
              <a:t>sagittis</a:t>
            </a:r>
            <a:r>
              <a:rPr lang="en-CA" dirty="0"/>
              <a:t> </a:t>
            </a:r>
            <a:r>
              <a:rPr lang="en-CA" dirty="0" err="1"/>
              <a:t>eget</a:t>
            </a:r>
            <a:r>
              <a:rPr lang="en-CA" dirty="0"/>
              <a:t>, </a:t>
            </a:r>
            <a:r>
              <a:rPr lang="en-CA" dirty="0" err="1"/>
              <a:t>volutpat</a:t>
            </a:r>
            <a:r>
              <a:rPr lang="en-CA" dirty="0"/>
              <a:t> a, </a:t>
            </a:r>
            <a:r>
              <a:rPr lang="en-CA" dirty="0" err="1"/>
              <a:t>varius</a:t>
            </a:r>
            <a:r>
              <a:rPr lang="en-CA" dirty="0"/>
              <a:t> </a:t>
            </a:r>
            <a:r>
              <a:rPr lang="en-CA" dirty="0" err="1"/>
              <a:t>sed</a:t>
            </a:r>
            <a:r>
              <a:rPr lang="en-CA" dirty="0"/>
              <a:t>, </a:t>
            </a:r>
            <a:r>
              <a:rPr lang="en-CA" dirty="0" err="1"/>
              <a:t>nibh</a:t>
            </a:r>
            <a:r>
              <a:rPr lang="en-CA" dirty="0"/>
              <a:t>. </a:t>
            </a:r>
          </a:p>
          <a:p>
            <a:pPr>
              <a:spcBef>
                <a:spcPts val="1500"/>
              </a:spcBef>
            </a:pPr>
            <a:r>
              <a:rPr lang="en-CA" dirty="0" err="1"/>
              <a:t>Mauris</a:t>
            </a:r>
            <a:r>
              <a:rPr lang="en-CA" dirty="0"/>
              <a:t> </a:t>
            </a:r>
            <a:r>
              <a:rPr lang="en-CA" dirty="0" err="1"/>
              <a:t>scelerisque</a:t>
            </a:r>
            <a:r>
              <a:rPr lang="en-CA" dirty="0"/>
              <a:t>. </a:t>
            </a:r>
            <a:r>
              <a:rPr lang="en-CA" dirty="0" err="1"/>
              <a:t>Proin</a:t>
            </a:r>
            <a:r>
              <a:rPr lang="en-CA" dirty="0"/>
              <a:t> </a:t>
            </a:r>
            <a:r>
              <a:rPr lang="en-CA" dirty="0" err="1"/>
              <a:t>wisi</a:t>
            </a:r>
            <a:r>
              <a:rPr lang="en-CA" dirty="0"/>
              <a:t> </a:t>
            </a:r>
            <a:r>
              <a:rPr lang="en-CA" dirty="0" err="1"/>
              <a:t>metus</a:t>
            </a:r>
            <a:r>
              <a:rPr lang="en-CA" dirty="0"/>
              <a:t>, </a:t>
            </a:r>
            <a:r>
              <a:rPr lang="en-CA" dirty="0" err="1"/>
              <a:t>viverra</a:t>
            </a:r>
            <a:r>
              <a:rPr lang="en-CA" dirty="0"/>
              <a:t> a, </a:t>
            </a:r>
            <a:r>
              <a:rPr lang="en-CA" dirty="0" err="1"/>
              <a:t>hendrerit</a:t>
            </a:r>
            <a:r>
              <a:rPr lang="en-CA" dirty="0"/>
              <a:t> </a:t>
            </a:r>
            <a:r>
              <a:rPr lang="en-CA" dirty="0" err="1"/>
              <a:t>nec</a:t>
            </a:r>
            <a:r>
              <a:rPr lang="en-CA" dirty="0"/>
              <a:t>, </a:t>
            </a:r>
            <a:r>
              <a:rPr lang="en-CA" dirty="0" err="1"/>
              <a:t>dapibus</a:t>
            </a:r>
            <a:r>
              <a:rPr lang="en-CA" dirty="0"/>
              <a:t> in, </a:t>
            </a:r>
            <a:r>
              <a:rPr lang="en-CA" dirty="0" err="1"/>
              <a:t>nisl</a:t>
            </a:r>
            <a:r>
              <a:rPr lang="en-CA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46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Placeholder 13" descr="Image 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07" b="17007"/>
          <a:stretch>
            <a:fillRect/>
          </a:stretch>
        </p:blipFill>
        <p:spPr>
          <a:xfrm>
            <a:off x="5183188" y="-86845"/>
            <a:ext cx="7125496" cy="7056113"/>
          </a:xfrm>
          <a:prstGeom prst="rect">
            <a:avLst/>
          </a:prstGeom>
        </p:spPr>
      </p:pic>
      <p:sp>
        <p:nvSpPr>
          <p:cNvPr id="9" name="Text Placeholder 2"/>
          <p:cNvSpPr>
            <a:spLocks noGrp="1"/>
          </p:cNvSpPr>
          <p:nvPr>
            <p:ph type="body" sz="half" idx="2"/>
          </p:nvPr>
        </p:nvSpPr>
        <p:spPr>
          <a:xfrm>
            <a:off x="521002" y="1727200"/>
            <a:ext cx="4251023" cy="41417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Title 15"/>
          <p:cNvSpPr>
            <a:spLocks noGrp="1"/>
          </p:cNvSpPr>
          <p:nvPr>
            <p:ph type="title"/>
          </p:nvPr>
        </p:nvSpPr>
        <p:spPr>
          <a:xfrm>
            <a:off x="524583" y="365125"/>
            <a:ext cx="4255235" cy="1325563"/>
          </a:xfrm>
        </p:spPr>
        <p:txBody>
          <a:bodyPr/>
          <a:lstStyle/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975118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Placeholder 8" descr="Image 1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4" b="5444"/>
          <a:stretch/>
        </p:blipFill>
        <p:spPr>
          <a:xfrm>
            <a:off x="-108542" y="-86845"/>
            <a:ext cx="12417226" cy="705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113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Image 2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19"/>
          <a:stretch/>
        </p:blipFill>
        <p:spPr>
          <a:xfrm>
            <a:off x="-118151" y="-152401"/>
            <a:ext cx="12428682" cy="715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 dirty="0"/>
              <a:t>Heading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229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6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A1E2-E2D8-4C6C-8A5A-C0A663058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B2830-AAB0-4CFC-BED9-CFA6FF9A5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638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AA1E2-E2D8-4C6C-8A5A-C0A663058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B2830-AAB0-4CFC-BED9-CFA6FF9A5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583" y="1706209"/>
            <a:ext cx="11143701" cy="1018537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509588" y="2811590"/>
            <a:ext cx="11180762" cy="3332035"/>
          </a:xfrm>
        </p:spPr>
        <p:txBody>
          <a:bodyPr/>
          <a:lstStyle/>
          <a:p>
            <a:r>
              <a:rPr lang="en-CA"/>
              <a:t>Click icon to add chart</a:t>
            </a:r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945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6988E-6659-4F45-87DF-AA6C8D073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4585" y="1706209"/>
            <a:ext cx="5181600" cy="4351338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30299-D604-48DD-8F5E-EC35E2818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86967" y="1706209"/>
            <a:ext cx="5181600" cy="4351338"/>
          </a:xfrm>
        </p:spPr>
        <p:txBody>
          <a:bodyPr/>
          <a:lstStyle/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6CAA1E2-E2D8-4C6C-8A5A-C0A663058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583" y="365125"/>
            <a:ext cx="11143701" cy="1325563"/>
          </a:xfrm>
        </p:spPr>
        <p:txBody>
          <a:bodyPr/>
          <a:lstStyle/>
          <a:p>
            <a:r>
              <a:rPr lang="en-CA" dirty="0"/>
              <a:t>Title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839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68743-9C6C-41A8-8E06-1124D3F3EA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 dirty="0"/>
              <a:t>Title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372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1CF73-E122-4BAF-9FF6-86749AB7E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-86845"/>
            <a:ext cx="7125496" cy="705611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 dirty="0"/>
              <a:t>Drag picture to placeholder or click icon to add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F6C4C2-D719-4BDA-9983-0D3EEA2C2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002" y="1727200"/>
            <a:ext cx="4251023" cy="41417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CA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6CAA1E2-E2D8-4C6C-8A5A-C0A663058D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583" y="365125"/>
            <a:ext cx="4250617" cy="1325563"/>
          </a:xfrm>
        </p:spPr>
        <p:txBody>
          <a:bodyPr/>
          <a:lstStyle/>
          <a:p>
            <a:r>
              <a:rPr lang="en-CA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09613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1CF73-E122-4BAF-9FF6-86749AB7E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-108542" y="-86845"/>
            <a:ext cx="12417226" cy="705611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 dirty="0"/>
              <a:t>Drag picture to placeholder or click icon to add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711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031A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D0A6895D-69F6-4C93-AC91-B1A73F4FFB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" y="-1836"/>
            <a:ext cx="12192000" cy="6844003"/>
          </a:xfrm>
          <a:prstGeom prst="rect">
            <a:avLst/>
          </a:prstGeom>
        </p:spPr>
      </p:pic>
      <p:pic>
        <p:nvPicPr>
          <p:cNvPr id="10" name="Picture 9" descr="Logo&#10;&#10;Description automatically generated with low confidence">
            <a:extLst>
              <a:ext uri="{FF2B5EF4-FFF2-40B4-BE49-F238E27FC236}">
                <a16:creationId xmlns:a16="http://schemas.microsoft.com/office/drawing/2014/main" id="{B37014CF-5B75-40D4-9316-8DE9192F33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26" y="5775393"/>
            <a:ext cx="2058188" cy="108260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3938ADC-AD21-4A3A-AEE6-8B237E1FA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895" y="1082607"/>
            <a:ext cx="5835375" cy="2387600"/>
          </a:xfrm>
          <a:prstGeom prst="rect">
            <a:avLst/>
          </a:prstGeom>
        </p:spPr>
        <p:txBody>
          <a:bodyPr anchor="b"/>
          <a:lstStyle>
            <a:lvl1pPr algn="l">
              <a:defRPr sz="4800" b="1" i="0">
                <a:solidFill>
                  <a:schemeClr val="bg1"/>
                </a:solidFill>
                <a:latin typeface="Poppins Bold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099A363-4846-4967-9D8A-093FB05ED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895" y="4297865"/>
            <a:ext cx="9144000" cy="69032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Bitter"/>
                <a:cs typeface="Bitter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546388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031A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">
            <a:extLst>
              <a:ext uri="{FF2B5EF4-FFF2-40B4-BE49-F238E27FC236}">
                <a16:creationId xmlns:a16="http://schemas.microsoft.com/office/drawing/2014/main" id="{37B23AB9-A2A5-42FB-B75A-9B88D8E3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" y="-1836"/>
            <a:ext cx="12192000" cy="6844003"/>
          </a:xfrm>
          <a:prstGeom prst="rect">
            <a:avLst/>
          </a:prstGeom>
        </p:spPr>
      </p:pic>
      <p:pic>
        <p:nvPicPr>
          <p:cNvPr id="10" name="Picture 9" descr="Logo&#10;&#10;Description automatically generated with low confidence">
            <a:extLst>
              <a:ext uri="{FF2B5EF4-FFF2-40B4-BE49-F238E27FC236}">
                <a16:creationId xmlns:a16="http://schemas.microsoft.com/office/drawing/2014/main" id="{B37014CF-5B75-40D4-9316-8DE9192F33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26" y="5775393"/>
            <a:ext cx="2058188" cy="108260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3938ADC-AD21-4A3A-AEE6-8B237E1FA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895" y="1082607"/>
            <a:ext cx="5835375" cy="2387600"/>
          </a:xfrm>
          <a:prstGeom prst="rect">
            <a:avLst/>
          </a:prstGeom>
        </p:spPr>
        <p:txBody>
          <a:bodyPr anchor="b"/>
          <a:lstStyle>
            <a:lvl1pPr algn="l">
              <a:defRPr sz="4800" b="1" i="0">
                <a:solidFill>
                  <a:schemeClr val="bg1"/>
                </a:solidFill>
                <a:latin typeface="Poppins Bold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099A363-4846-4967-9D8A-093FB05ED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895" y="4297865"/>
            <a:ext cx="9144000" cy="69032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Bitter"/>
                <a:cs typeface="Bitter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571899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031A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78C27F66-EF24-4924-84FC-EC3B02C99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2" r="3116"/>
          <a:stretch/>
        </p:blipFill>
        <p:spPr>
          <a:xfrm>
            <a:off x="379895" y="0"/>
            <a:ext cx="11812105" cy="68510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3938ADC-AD21-4A3A-AEE6-8B237E1FA3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895" y="1082607"/>
            <a:ext cx="5835375" cy="2387600"/>
          </a:xfrm>
          <a:prstGeom prst="rect">
            <a:avLst/>
          </a:prstGeom>
        </p:spPr>
        <p:txBody>
          <a:bodyPr anchor="b"/>
          <a:lstStyle>
            <a:lvl1pPr algn="l">
              <a:defRPr sz="4800" b="1" i="0">
                <a:solidFill>
                  <a:schemeClr val="bg1"/>
                </a:solidFill>
                <a:latin typeface="Poppins Bold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pic>
        <p:nvPicPr>
          <p:cNvPr id="11" name="Picture 10" descr="Logo&#10;&#10;Description automatically generated with low confidence">
            <a:extLst>
              <a:ext uri="{FF2B5EF4-FFF2-40B4-BE49-F238E27FC236}">
                <a16:creationId xmlns:a16="http://schemas.microsoft.com/office/drawing/2014/main" id="{B37014CF-5B75-40D4-9316-8DE9192F33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26" y="5775393"/>
            <a:ext cx="2058188" cy="1082607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099A363-4846-4967-9D8A-093FB05ED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895" y="4297865"/>
            <a:ext cx="9144000" cy="69032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Bitter"/>
                <a:cs typeface="Bitter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1848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D77BB72A-6355-474D-A630-EF60615474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91"/>
            <a:ext cx="12192000" cy="6841017"/>
          </a:xfrm>
          <a:prstGeom prst="rect">
            <a:avLst/>
          </a:prstGeom>
        </p:spPr>
      </p:pic>
      <p:pic>
        <p:nvPicPr>
          <p:cNvPr id="13" name="Picture 12" descr="Logo&#10;&#10;Description automatically generated with low confidence">
            <a:extLst>
              <a:ext uri="{FF2B5EF4-FFF2-40B4-BE49-F238E27FC236}">
                <a16:creationId xmlns:a16="http://schemas.microsoft.com/office/drawing/2014/main" id="{F739F42F-A77A-402C-9AEF-C9171A9E8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812" y="5775393"/>
            <a:ext cx="2058188" cy="108260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A82C1D96-8B3B-414F-9045-0978B7D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395" y="1309316"/>
            <a:ext cx="8690578" cy="2293509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31A6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9D9153A-6E3D-4386-B93D-D28432F9A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2395" y="3696581"/>
            <a:ext cx="8690578" cy="16502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414042"/>
                </a:solidFill>
                <a:latin typeface="Poppins Regular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96573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 with low confidence">
            <a:extLst>
              <a:ext uri="{FF2B5EF4-FFF2-40B4-BE49-F238E27FC236}">
                <a16:creationId xmlns:a16="http://schemas.microsoft.com/office/drawing/2014/main" id="{035D42B9-B005-420B-B643-191BC50ED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91"/>
            <a:ext cx="12192000" cy="6841017"/>
          </a:xfrm>
          <a:prstGeom prst="rect">
            <a:avLst/>
          </a:prstGeom>
        </p:spPr>
      </p:pic>
      <p:pic>
        <p:nvPicPr>
          <p:cNvPr id="9" name="Picture 8" descr="Logo&#10;&#10;Description automatically generated with low confidence">
            <a:extLst>
              <a:ext uri="{FF2B5EF4-FFF2-40B4-BE49-F238E27FC236}">
                <a16:creationId xmlns:a16="http://schemas.microsoft.com/office/drawing/2014/main" id="{F739F42F-A77A-402C-9AEF-C9171A9E8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812" y="5775393"/>
            <a:ext cx="2058188" cy="108260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82C1D96-8B3B-414F-9045-0978B7D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395" y="1309316"/>
            <a:ext cx="8690578" cy="2293509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31A6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9D9153A-6E3D-4386-B93D-D28432F9A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2395" y="3696581"/>
            <a:ext cx="8690578" cy="16502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414042"/>
                </a:solidFill>
                <a:latin typeface="Poppins Regular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42302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F798FE7D-0DB5-4DC6-A9A5-26AAC79370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91"/>
            <a:ext cx="12192000" cy="6841017"/>
          </a:xfrm>
          <a:prstGeom prst="rect">
            <a:avLst/>
          </a:prstGeom>
        </p:spPr>
      </p:pic>
      <p:pic>
        <p:nvPicPr>
          <p:cNvPr id="6" name="Picture 5" descr="Logo&#10;&#10;Description automatically generated with low confidence">
            <a:extLst>
              <a:ext uri="{FF2B5EF4-FFF2-40B4-BE49-F238E27FC236}">
                <a16:creationId xmlns:a16="http://schemas.microsoft.com/office/drawing/2014/main" id="{F739F42F-A77A-402C-9AEF-C9171A9E8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812" y="5775393"/>
            <a:ext cx="2058188" cy="10826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82C1D96-8B3B-414F-9045-0978B7D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395" y="1309316"/>
            <a:ext cx="8690578" cy="2293509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31A6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9D9153A-6E3D-4386-B93D-D28432F9A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2395" y="3696581"/>
            <a:ext cx="8690578" cy="16502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414042"/>
                </a:solidFill>
                <a:latin typeface="Poppins Regular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10626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ilhouette&#10;&#10;Description automatically generated">
            <a:extLst>
              <a:ext uri="{FF2B5EF4-FFF2-40B4-BE49-F238E27FC236}">
                <a16:creationId xmlns:a16="http://schemas.microsoft.com/office/drawing/2014/main" id="{98B6976B-A276-4629-A920-1DC355328C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91"/>
            <a:ext cx="12192000" cy="684101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82C1D96-8B3B-414F-9045-0978B7D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2395" y="1309316"/>
            <a:ext cx="8690578" cy="2293509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31A6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9D9153A-6E3D-4386-B93D-D28432F9A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2395" y="3696581"/>
            <a:ext cx="8690578" cy="16502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414042"/>
                </a:solidFill>
                <a:latin typeface="Poppins Regular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Picture 10" descr="Logo&#10;&#10;Description automatically generated with low confidence">
            <a:extLst>
              <a:ext uri="{FF2B5EF4-FFF2-40B4-BE49-F238E27FC236}">
                <a16:creationId xmlns:a16="http://schemas.microsoft.com/office/drawing/2014/main" id="{F739F42F-A77A-402C-9AEF-C9171A9E8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812" y="5775393"/>
            <a:ext cx="2058188" cy="108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789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BA2514C6-25B3-4ECB-9C5D-FB8B96DB7F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91"/>
            <a:ext cx="12192000" cy="6841017"/>
          </a:xfrm>
          <a:prstGeom prst="rect">
            <a:avLst/>
          </a:prstGeom>
        </p:spPr>
      </p:pic>
      <p:pic>
        <p:nvPicPr>
          <p:cNvPr id="11" name="Picture 10" descr="Logo&#10;&#10;Description automatically generated with low confidence">
            <a:extLst>
              <a:ext uri="{FF2B5EF4-FFF2-40B4-BE49-F238E27FC236}">
                <a16:creationId xmlns:a16="http://schemas.microsoft.com/office/drawing/2014/main" id="{F739F42F-A77A-402C-9AEF-C9171A9E8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75393"/>
            <a:ext cx="2058188" cy="108260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82C1D96-8B3B-414F-9045-0978B7D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65" y="1309316"/>
            <a:ext cx="5813792" cy="2293509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31A6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F9D9153A-6E3D-4386-B93D-D28432F9A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365" y="3696581"/>
            <a:ext cx="5813792" cy="16502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414042"/>
                </a:solidFill>
                <a:latin typeface="Poppins Regular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61084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9BF0E14-6C70-44E5-9AB8-B65BA05E66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491"/>
            <a:ext cx="12192000" cy="68410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82C1D96-8B3B-414F-9045-0978B7D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65" y="1309316"/>
            <a:ext cx="5813792" cy="2293509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31A62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9D9153A-6E3D-4386-B93D-D28432F9A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365" y="3696581"/>
            <a:ext cx="5813792" cy="16502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414042"/>
                </a:solidFill>
                <a:latin typeface="Poppins Regular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Picture 9" descr="Logo&#10;&#10;Description automatically generated with low confidence">
            <a:extLst>
              <a:ext uri="{FF2B5EF4-FFF2-40B4-BE49-F238E27FC236}">
                <a16:creationId xmlns:a16="http://schemas.microsoft.com/office/drawing/2014/main" id="{F739F42F-A77A-402C-9AEF-C9171A9E8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75393"/>
            <a:ext cx="2058188" cy="108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2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5CEC4-6D30-4F94-8044-CE6E2B716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583" y="365125"/>
            <a:ext cx="111437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Heading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14DC5-BC1F-4656-9A2C-623DB1EE05E2}"/>
              </a:ext>
            </a:extLst>
          </p:cNvPr>
          <p:cNvSpPr>
            <a:spLocks noGrp="1" noChangeAspect="1"/>
          </p:cNvSpPr>
          <p:nvPr>
            <p:ph type="body" idx="1"/>
          </p:nvPr>
        </p:nvSpPr>
        <p:spPr>
          <a:xfrm>
            <a:off x="524583" y="1706209"/>
            <a:ext cx="111437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</a:p>
        </p:txBody>
      </p:sp>
      <p:pic>
        <p:nvPicPr>
          <p:cNvPr id="11" name="Picture 10" descr="Logo&#10;&#10;Description automatically generated with low confidence">
            <a:extLst>
              <a:ext uri="{FF2B5EF4-FFF2-40B4-BE49-F238E27FC236}">
                <a16:creationId xmlns:a16="http://schemas.microsoft.com/office/drawing/2014/main" id="{5B2A814D-0283-4FEB-B917-812B60BC52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0" y="6118992"/>
            <a:ext cx="1404958" cy="73900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1A1668-6C66-CD16-02F7-8750C76B8F7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1668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1714370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8" r:id="rId2"/>
    <p:sldLayoutId id="2147483717" r:id="rId3"/>
    <p:sldLayoutId id="2147483719" r:id="rId4"/>
    <p:sldLayoutId id="2147483720" r:id="rId5"/>
    <p:sldLayoutId id="2147483722" r:id="rId6"/>
    <p:sldLayoutId id="2147483723" r:id="rId7"/>
    <p:sldLayoutId id="2147483724" r:id="rId8"/>
    <p:sldLayoutId id="2147483725" r:id="rId9"/>
    <p:sldLayoutId id="2147483726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rgbClr val="031A62"/>
          </a:solidFill>
          <a:latin typeface="Poppins Bold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Tx/>
        <a:buNone/>
        <a:defRPr sz="1600" kern="1200" baseline="0">
          <a:solidFill>
            <a:srgbClr val="414042"/>
          </a:solidFill>
          <a:latin typeface="Bitter" pitchFamily="2" charset="0"/>
          <a:ea typeface="+mn-ea"/>
          <a:cs typeface="Poppins" panose="00000500000000000000" pitchFamily="2" charset="0"/>
        </a:defRPr>
      </a:lvl1pPr>
      <a:lvl2pPr marL="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414042"/>
          </a:solidFill>
          <a:latin typeface="Bitter" pitchFamily="2" charset="0"/>
          <a:ea typeface="+mn-ea"/>
          <a:cs typeface="Poppins" panose="00000500000000000000" pitchFamily="2" charset="0"/>
        </a:defRPr>
      </a:lvl2pPr>
      <a:lvl3pPr marL="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414042"/>
          </a:solidFill>
          <a:latin typeface="Bitter" pitchFamily="2" charset="0"/>
          <a:ea typeface="+mn-ea"/>
          <a:cs typeface="Poppins" panose="00000500000000000000" pitchFamily="2" charset="0"/>
        </a:defRPr>
      </a:lvl3pPr>
      <a:lvl4pPr marL="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414042"/>
          </a:solidFill>
          <a:latin typeface="Bitter" pitchFamily="2" charset="0"/>
          <a:ea typeface="+mn-ea"/>
          <a:cs typeface="Poppins" panose="00000500000000000000" pitchFamily="2" charset="0"/>
        </a:defRPr>
      </a:lvl4pPr>
      <a:lvl5pPr marL="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414042"/>
          </a:solidFill>
          <a:latin typeface="Bitter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65CEC4-6D30-4F94-8044-CE6E2B716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583" y="365125"/>
            <a:ext cx="111437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14DC5-BC1F-4656-9A2C-623DB1EE05E2}"/>
              </a:ext>
            </a:extLst>
          </p:cNvPr>
          <p:cNvSpPr>
            <a:spLocks noGrp="1" noChangeAspect="1"/>
          </p:cNvSpPr>
          <p:nvPr>
            <p:ph type="body" idx="1"/>
          </p:nvPr>
        </p:nvSpPr>
        <p:spPr>
          <a:xfrm>
            <a:off x="524583" y="1706209"/>
            <a:ext cx="111437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</a:p>
        </p:txBody>
      </p:sp>
      <p:pic>
        <p:nvPicPr>
          <p:cNvPr id="11" name="Picture 10" descr="Logo&#10;&#10;Description automatically generated with low confidence">
            <a:extLst>
              <a:ext uri="{FF2B5EF4-FFF2-40B4-BE49-F238E27FC236}">
                <a16:creationId xmlns:a16="http://schemas.microsoft.com/office/drawing/2014/main" id="{5B2A814D-0283-4FEB-B917-812B60BC52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0" y="6118992"/>
            <a:ext cx="1404958" cy="73900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835286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Bitter"/>
              </a:defRPr>
            </a:lvl1pPr>
          </a:lstStyle>
          <a:p>
            <a:fld id="{53DA74A7-0815-0E4D-92C9-2F27B4B850A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B0ED7-8550-4062-4723-4179888801B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1668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1384654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rgbClr val="031A62"/>
          </a:solidFill>
          <a:latin typeface="Poppins Bold"/>
          <a:ea typeface="+mj-ea"/>
          <a:cs typeface="Poppins" panose="00000500000000000000" pitchFamily="2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Tx/>
        <a:buNone/>
        <a:defRPr sz="1600" kern="1200" baseline="0">
          <a:solidFill>
            <a:srgbClr val="414042"/>
          </a:solidFill>
          <a:latin typeface="Bitter" pitchFamily="2" charset="0"/>
          <a:ea typeface="+mn-ea"/>
          <a:cs typeface="Poppins" panose="00000500000000000000" pitchFamily="2" charset="0"/>
        </a:defRPr>
      </a:lvl1pPr>
      <a:lvl2pPr marL="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414042"/>
          </a:solidFill>
          <a:latin typeface="Bitter" pitchFamily="2" charset="0"/>
          <a:ea typeface="+mn-ea"/>
          <a:cs typeface="Poppins" panose="00000500000000000000" pitchFamily="2" charset="0"/>
        </a:defRPr>
      </a:lvl2pPr>
      <a:lvl3pPr marL="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414042"/>
          </a:solidFill>
          <a:latin typeface="Bitter" pitchFamily="2" charset="0"/>
          <a:ea typeface="+mn-ea"/>
          <a:cs typeface="Poppins" panose="00000500000000000000" pitchFamily="2" charset="0"/>
        </a:defRPr>
      </a:lvl3pPr>
      <a:lvl4pPr marL="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414042"/>
          </a:solidFill>
          <a:latin typeface="Bitter" pitchFamily="2" charset="0"/>
          <a:ea typeface="+mn-ea"/>
          <a:cs typeface="Poppins" panose="00000500000000000000" pitchFamily="2" charset="0"/>
        </a:defRPr>
      </a:lvl4pPr>
      <a:lvl5pPr marL="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414042"/>
          </a:solidFill>
          <a:latin typeface="Bitter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67E036-A801-18B7-C510-413F38DDB20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1668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233649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1041400"/>
            <a:ext cx="7516122" cy="2387600"/>
          </a:xfrm>
        </p:spPr>
        <p:txBody>
          <a:bodyPr anchor="ctr" anchorCtr="0">
            <a:normAutofit/>
          </a:bodyPr>
          <a:lstStyle/>
          <a:p>
            <a:r>
              <a:rPr lang="en-US" dirty="0"/>
              <a:t>RECIPE DATA CLEANING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9399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CCE66-ADA9-4B21-9F53-6039CA6F9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DA74A7-0815-0E4D-92C9-2F27B4B850A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9AE53E-729C-8819-8117-47F4DA840CF2}"/>
              </a:ext>
            </a:extLst>
          </p:cNvPr>
          <p:cNvSpPr txBox="1"/>
          <p:nvPr/>
        </p:nvSpPr>
        <p:spPr>
          <a:xfrm>
            <a:off x="1471612" y="2543085"/>
            <a:ext cx="96693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Research Questions: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Did meat consumption change across years?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Has sugar availability increased over time?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Did plant-based foods increase during health-conscious years?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101881-B31A-4F92-B7AE-9D26EDE5F14E}"/>
              </a:ext>
            </a:extLst>
          </p:cNvPr>
          <p:cNvSpPr txBox="1"/>
          <p:nvPr/>
        </p:nvSpPr>
        <p:spPr>
          <a:xfrm>
            <a:off x="1685284" y="570734"/>
            <a:ext cx="89020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Feeding America Data Analysis (1961–2013)</a:t>
            </a:r>
            <a:br>
              <a:rPr lang="en-US" sz="2800" dirty="0">
                <a:solidFill>
                  <a:schemeClr val="accent5">
                    <a:lumMod val="90000"/>
                    <a:lumOff val="10000"/>
                  </a:schemeClr>
                </a:solidFill>
              </a:rPr>
            </a:br>
            <a:r>
              <a:rPr lang="en-US" sz="2800" b="1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Exploring U.S. Food Trends Across Major Historical Periods</a:t>
            </a:r>
            <a:endParaRPr lang="en-US" sz="2800" dirty="0">
              <a:solidFill>
                <a:schemeClr val="accent5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62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CCE66-ADA9-4B21-9F53-6039CA6F9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DA74A7-0815-0E4D-92C9-2F27B4B850A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2035D-97E3-4793-81D4-96554FFDC131}"/>
              </a:ext>
            </a:extLst>
          </p:cNvPr>
          <p:cNvSpPr txBox="1"/>
          <p:nvPr/>
        </p:nvSpPr>
        <p:spPr>
          <a:xfrm>
            <a:off x="3309853" y="467305"/>
            <a:ext cx="61035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Major Historical Events (1961–2013)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840505-35DE-455A-90CB-D89328766A91}"/>
              </a:ext>
            </a:extLst>
          </p:cNvPr>
          <p:cNvSpPr txBox="1"/>
          <p:nvPr/>
        </p:nvSpPr>
        <p:spPr>
          <a:xfrm>
            <a:off x="2456852" y="1234610"/>
            <a:ext cx="727829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The Rise of Fast Food (1950s–present)</a:t>
            </a:r>
            <a:br>
              <a:rPr lang="en-US" sz="2000" dirty="0"/>
            </a:br>
            <a:r>
              <a:rPr lang="en-US" sz="2000" dirty="0"/>
              <a:t>Massive expansion and normalization of convenience-based eating.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Increased Awareness of Health and Nutrition (1970s–present)</a:t>
            </a:r>
            <a:br>
              <a:rPr lang="en-US" sz="2000" dirty="0"/>
            </a:br>
            <a:r>
              <a:rPr lang="en-US" sz="2000" dirty="0"/>
              <a:t>Greater concern about heart disease, obesity, and dietary guidelines.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The “Foodie” Movement &amp; Celebrity Chefs (1980s–present)</a:t>
            </a:r>
            <a:br>
              <a:rPr lang="en-US" sz="2000" dirty="0"/>
            </a:br>
            <a:r>
              <a:rPr lang="en-US" sz="2000" dirty="0"/>
              <a:t>Popularized gourmet cuisine and diverse cooking styles.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Environmental &amp; Ethical Concerns (1990s–present)</a:t>
            </a:r>
            <a:br>
              <a:rPr lang="en-US" sz="2000" dirty="0"/>
            </a:br>
            <a:r>
              <a:rPr lang="en-US" sz="2000" dirty="0"/>
              <a:t>Growth of organic, sustainable, and locally sourced foods.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Technological Advancements in Food Production</a:t>
            </a:r>
            <a:br>
              <a:rPr lang="en-US" sz="2000" dirty="0"/>
            </a:br>
            <a:r>
              <a:rPr lang="en-US" sz="2000" dirty="0"/>
              <a:t>Increased food variety, availability, and reduced cost year-round.</a:t>
            </a:r>
          </a:p>
        </p:txBody>
      </p:sp>
    </p:spTree>
    <p:extLst>
      <p:ext uri="{BB962C8B-B14F-4D97-AF65-F5344CB8AC3E}">
        <p14:creationId xmlns:p14="http://schemas.microsoft.com/office/powerpoint/2010/main" val="57748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CCE66-ADA9-4B21-9F53-6039CA6F9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DA74A7-0815-0E4D-92C9-2F27B4B850A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2035D-97E3-4793-81D4-96554FFDC131}"/>
              </a:ext>
            </a:extLst>
          </p:cNvPr>
          <p:cNvSpPr txBox="1"/>
          <p:nvPr/>
        </p:nvSpPr>
        <p:spPr>
          <a:xfrm>
            <a:off x="3044242" y="455003"/>
            <a:ext cx="61035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About our Dataset (FAO.csv)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840505-35DE-455A-90CB-D89328766A91}"/>
              </a:ext>
            </a:extLst>
          </p:cNvPr>
          <p:cNvSpPr txBox="1"/>
          <p:nvPr/>
        </p:nvSpPr>
        <p:spPr>
          <a:xfrm>
            <a:off x="3111215" y="1062391"/>
            <a:ext cx="596957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The dataset contains: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Food and agriculture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Multiple countries (1961–2013)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Production, supply, trade, and utilization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Units such as kcal/capita/day and thousand tons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From this dataset, we can analyze: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Food supply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Dietary shifts (meat, sugar, plant-based foods)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Production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Trade dependency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Agricultural productivity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Developed vs developing comparisons</a:t>
            </a:r>
          </a:p>
          <a:p>
            <a:r>
              <a:rPr lang="en-US" sz="2000" dirty="0"/>
              <a:t>For this project, we focused on </a:t>
            </a:r>
            <a:r>
              <a:rPr lang="en-US" sz="2000" b="1" dirty="0"/>
              <a:t>United States data only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9568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CCE66-ADA9-4B21-9F53-6039CA6F9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DA74A7-0815-0E4D-92C9-2F27B4B850A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2035D-97E3-4793-81D4-96554FFDC131}"/>
              </a:ext>
            </a:extLst>
          </p:cNvPr>
          <p:cNvSpPr txBox="1"/>
          <p:nvPr/>
        </p:nvSpPr>
        <p:spPr>
          <a:xfrm>
            <a:off x="3044242" y="455003"/>
            <a:ext cx="61035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Recipe: Data Cleaning Steps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840505-35DE-455A-90CB-D89328766A91}"/>
              </a:ext>
            </a:extLst>
          </p:cNvPr>
          <p:cNvSpPr txBox="1"/>
          <p:nvPr/>
        </p:nvSpPr>
        <p:spPr>
          <a:xfrm>
            <a:off x="944812" y="1162743"/>
            <a:ext cx="4198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1: Filter to United States</a:t>
            </a:r>
          </a:p>
          <a:p>
            <a:r>
              <a:rPr lang="en-US" dirty="0"/>
              <a:t>Removed all other countries.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8A0AF1-C7AF-487A-9350-208EC2505843}"/>
              </a:ext>
            </a:extLst>
          </p:cNvPr>
          <p:cNvSpPr txBox="1"/>
          <p:nvPr/>
        </p:nvSpPr>
        <p:spPr>
          <a:xfrm>
            <a:off x="811734" y="2547738"/>
            <a:ext cx="419885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2: Convert from Wide to Long Format</a:t>
            </a:r>
          </a:p>
          <a:p>
            <a:r>
              <a:rPr lang="en-US" dirty="0"/>
              <a:t>Original structure:</a:t>
            </a:r>
            <a:br>
              <a:rPr lang="en-US" dirty="0"/>
            </a:br>
            <a:r>
              <a:rPr lang="en-US" dirty="0"/>
              <a:t>Y1961, Y1962, … Y2013</a:t>
            </a:r>
          </a:p>
          <a:p>
            <a:r>
              <a:rPr lang="en-US" dirty="0"/>
              <a:t>Converted into: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Year column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Value column</a:t>
            </a:r>
          </a:p>
          <a:p>
            <a:r>
              <a:rPr lang="en-US" dirty="0"/>
              <a:t>This allowed proper time-series analysis.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8E5147-CB6D-4CD4-9682-4A92B4D3CC15}"/>
              </a:ext>
            </a:extLst>
          </p:cNvPr>
          <p:cNvSpPr txBox="1"/>
          <p:nvPr/>
        </p:nvSpPr>
        <p:spPr>
          <a:xfrm>
            <a:off x="8032096" y="1070410"/>
            <a:ext cx="29161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3: Categorize Foods</a:t>
            </a:r>
          </a:p>
          <a:p>
            <a:r>
              <a:rPr lang="en-US" dirty="0"/>
              <a:t>Created grouped categories: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Sugar &amp; Sweeteners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Plant-Based Foods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E5CEEF-79E3-4C1D-8377-A5A9718EDF37}"/>
              </a:ext>
            </a:extLst>
          </p:cNvPr>
          <p:cNvSpPr txBox="1"/>
          <p:nvPr/>
        </p:nvSpPr>
        <p:spPr>
          <a:xfrm>
            <a:off x="8093602" y="3008340"/>
            <a:ext cx="32866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Step 4: Export Clean File</a:t>
            </a:r>
          </a:p>
          <a:p>
            <a:r>
              <a:rPr lang="en-US" dirty="0"/>
              <a:t>Saved as:</a:t>
            </a:r>
            <a:br>
              <a:rPr lang="en-US" dirty="0"/>
            </a:br>
            <a:r>
              <a:rPr lang="en-US" b="1" dirty="0" err="1"/>
              <a:t>usa_feeding_categorized</a:t>
            </a:r>
            <a:r>
              <a:rPr lang="en-US" b="1" dirty="0"/>
              <a:t> </a:t>
            </a:r>
            <a:r>
              <a:rPr lang="en-US" b="1" dirty="0" err="1"/>
              <a:t>food.cs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149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CCE66-ADA9-4B21-9F53-6039CA6F9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DA74A7-0815-0E4D-92C9-2F27B4B850A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2035D-97E3-4793-81D4-96554FFDC131}"/>
              </a:ext>
            </a:extLst>
          </p:cNvPr>
          <p:cNvSpPr txBox="1"/>
          <p:nvPr/>
        </p:nvSpPr>
        <p:spPr>
          <a:xfrm>
            <a:off x="2314191" y="331989"/>
            <a:ext cx="756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Q1: Did Meat Consumption Change Across Years?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980608-5B01-43C0-B422-CD7983ED3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984" y="1146425"/>
            <a:ext cx="401707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Method: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Aggregated total U.S. meat supply (1961–2013)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Conducted time-trend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Visualized yearly changes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133B64-11FB-4D31-9896-48DCA80AF102}"/>
              </a:ext>
            </a:extLst>
          </p:cNvPr>
          <p:cNvSpPr txBox="1"/>
          <p:nvPr/>
        </p:nvSpPr>
        <p:spPr>
          <a:xfrm>
            <a:off x="1040740" y="4054354"/>
            <a:ext cx="50552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U.S. meat consumption for direct human intake has experienced a substantial and statistically undeniable increase between 1961 and 2013.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F66883-8076-4EBD-AF63-CFDFD639C629}"/>
              </a:ext>
            </a:extLst>
          </p:cNvPr>
          <p:cNvSpPr txBox="1"/>
          <p:nvPr/>
        </p:nvSpPr>
        <p:spPr>
          <a:xfrm>
            <a:off x="8205982" y="4021777"/>
            <a:ext cx="37687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suggests: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Strong long-term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Influence of fast food expansion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Increased industrial meat production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FD156A-7CFF-4DF4-A0DC-BC8BDE80DB32}"/>
              </a:ext>
            </a:extLst>
          </p:cNvPr>
          <p:cNvPicPr/>
          <p:nvPr/>
        </p:nvPicPr>
        <p:blipFill rotWithShape="1">
          <a:blip r:embed="rId3"/>
          <a:srcRect l="-1" r="-107"/>
          <a:stretch/>
        </p:blipFill>
        <p:spPr bwMode="auto">
          <a:xfrm>
            <a:off x="5772785" y="868157"/>
            <a:ext cx="5949950" cy="29559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1373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CCE66-ADA9-4B21-9F53-6039CA6F9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DA74A7-0815-0E4D-92C9-2F27B4B850A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2035D-97E3-4793-81D4-96554FFDC131}"/>
              </a:ext>
            </a:extLst>
          </p:cNvPr>
          <p:cNvSpPr txBox="1"/>
          <p:nvPr/>
        </p:nvSpPr>
        <p:spPr>
          <a:xfrm>
            <a:off x="2314191" y="331989"/>
            <a:ext cx="75636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Q2: Has Sugar Availability Increased Over Time?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980608-5B01-43C0-B422-CD7983ED3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511" y="1145790"/>
            <a:ext cx="401707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Method: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Aggregated sugar &amp; sweetener availability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 time-series trend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F66883-8076-4EBD-AF63-CFDFD639C629}"/>
              </a:ext>
            </a:extLst>
          </p:cNvPr>
          <p:cNvSpPr txBox="1"/>
          <p:nvPr/>
        </p:nvSpPr>
        <p:spPr>
          <a:xfrm>
            <a:off x="8210083" y="4081843"/>
            <a:ext cx="37687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This aligns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Processed food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Rise of sugary beverages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Industrial food expansion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BB971F-86FF-4523-B6C4-44D6072FBC4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967153" y="855209"/>
            <a:ext cx="5943600" cy="295402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C019BF5-24CC-4503-9FA6-F5BB64F22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511" y="3527846"/>
            <a:ext cx="472264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analysis clearly demonstrates a highly significant and consistent increase in U.S. sugar and sweeteners availability from 1961 to 2013, with an average annual increase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450.76 thousand tons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587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CCE66-ADA9-4B21-9F53-6039CA6F9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DA74A7-0815-0E4D-92C9-2F27B4B850A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2035D-97E3-4793-81D4-96554FFDC131}"/>
              </a:ext>
            </a:extLst>
          </p:cNvPr>
          <p:cNvSpPr txBox="1"/>
          <p:nvPr/>
        </p:nvSpPr>
        <p:spPr>
          <a:xfrm>
            <a:off x="1291640" y="293317"/>
            <a:ext cx="102511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Q3: Did Plant-Based Foods Increase During Health-Conscious Years?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980608-5B01-43C0-B422-CD7983ED3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06" y="1408889"/>
            <a:ext cx="401707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Method: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Aggregated plant-based food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Visualized trend from 1961–2013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F66883-8076-4EBD-AF63-CFDFD639C629}"/>
              </a:ext>
            </a:extLst>
          </p:cNvPr>
          <p:cNvSpPr txBox="1"/>
          <p:nvPr/>
        </p:nvSpPr>
        <p:spPr>
          <a:xfrm>
            <a:off x="7216789" y="3930126"/>
            <a:ext cx="44632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This suggests: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Growing health awareness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Rise in organic and sustainable movements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demand for plant-based options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196724-03B0-4C4F-9922-E389FF364C77}"/>
              </a:ext>
            </a:extLst>
          </p:cNvPr>
          <p:cNvPicPr/>
          <p:nvPr/>
        </p:nvPicPr>
        <p:blipFill rotWithShape="1">
          <a:blip r:embed="rId3"/>
          <a:srcRect t="1723"/>
          <a:stretch/>
        </p:blipFill>
        <p:spPr bwMode="auto">
          <a:xfrm>
            <a:off x="6104786" y="917874"/>
            <a:ext cx="5575300" cy="2717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4E8916E-414B-45D4-8C76-AD75B075A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640" y="3635674"/>
            <a:ext cx="481314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Conclusion: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visualization clearly demonstrates a highly significant and consistent increase in U.S. plant-based food availability from 1961 to 2013, with an average annual increase of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3011.29 thousand tons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1192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CCE66-ADA9-4B21-9F53-6039CA6F9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DA74A7-0815-0E4D-92C9-2F27B4B850A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2035D-97E3-4793-81D4-96554FFDC131}"/>
              </a:ext>
            </a:extLst>
          </p:cNvPr>
          <p:cNvSpPr txBox="1"/>
          <p:nvPr/>
        </p:nvSpPr>
        <p:spPr>
          <a:xfrm>
            <a:off x="4818709" y="244113"/>
            <a:ext cx="2554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Overall Findings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038119-AB76-4E45-A87C-46B7F6113689}"/>
              </a:ext>
            </a:extLst>
          </p:cNvPr>
          <p:cNvSpPr txBox="1"/>
          <p:nvPr/>
        </p:nvSpPr>
        <p:spPr>
          <a:xfrm>
            <a:off x="968731" y="1259386"/>
            <a:ext cx="53541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Across 1961–2013:</a:t>
            </a:r>
          </a:p>
          <a:p>
            <a:r>
              <a:rPr lang="en-US" dirty="0"/>
              <a:t>✅ Meat availability increased significantly</a:t>
            </a:r>
          </a:p>
          <a:p>
            <a:r>
              <a:rPr lang="en-US" dirty="0"/>
              <a:t>✅ Sugar availability increased significantly</a:t>
            </a:r>
          </a:p>
          <a:p>
            <a:r>
              <a:rPr lang="en-US" dirty="0"/>
              <a:t>✅ Plant-based food availability increased significantly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892A66-D320-410D-8DB2-DE757542C19E}"/>
              </a:ext>
            </a:extLst>
          </p:cNvPr>
          <p:cNvSpPr txBox="1"/>
          <p:nvPr/>
        </p:nvSpPr>
        <p:spPr>
          <a:xfrm>
            <a:off x="4675536" y="3025546"/>
            <a:ext cx="66745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This indicates: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 food supply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Industrialization of food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Simultaneous growth in both processed foods and health-conscious alternatives</a:t>
            </a:r>
          </a:p>
        </p:txBody>
      </p:sp>
    </p:spTree>
    <p:extLst>
      <p:ext uri="{BB962C8B-B14F-4D97-AF65-F5344CB8AC3E}">
        <p14:creationId xmlns:p14="http://schemas.microsoft.com/office/powerpoint/2010/main" val="365769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CCE66-ADA9-4B21-9F53-6039CA6F9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3DA74A7-0815-0E4D-92C9-2F27B4B850A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2035D-97E3-4793-81D4-96554FFDC131}"/>
              </a:ext>
            </a:extLst>
          </p:cNvPr>
          <p:cNvSpPr txBox="1"/>
          <p:nvPr/>
        </p:nvSpPr>
        <p:spPr>
          <a:xfrm>
            <a:off x="4818707" y="404030"/>
            <a:ext cx="25545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90000"/>
                    <a:lumOff val="10000"/>
                  </a:schemeClr>
                </a:solidFill>
              </a:rPr>
              <a:t>CONCLUSION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684FF7D-E0C9-4E19-B1AC-C9CD1BDF6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228" y="2042257"/>
            <a:ext cx="980554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U.S. food availability expanded dramatically over 52 years.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Historical, economic, and cultural shifts influenced dietary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Both convenience-driven and health-conscious trends grew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1389385702"/>
      </p:ext>
    </p:extLst>
  </p:cSld>
  <p:clrMapOvr>
    <a:masterClrMapping/>
  </p:clrMapOvr>
</p:sld>
</file>

<file path=ppt/theme/theme1.xml><?xml version="1.0" encoding="utf-8"?>
<a:theme xmlns:a="http://schemas.openxmlformats.org/drawingml/2006/main" name="1_Internal comms Feb 2021 Mark V2">
  <a:themeElements>
    <a:clrScheme name="Custom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A4CD7"/>
      </a:accent1>
      <a:accent2>
        <a:srgbClr val="FF8700"/>
      </a:accent2>
      <a:accent3>
        <a:srgbClr val="FF003A"/>
      </a:accent3>
      <a:accent4>
        <a:srgbClr val="00A3FF"/>
      </a:accent4>
      <a:accent5>
        <a:srgbClr val="031A62"/>
      </a:accent5>
      <a:accent6>
        <a:srgbClr val="414042"/>
      </a:accent6>
      <a:hlink>
        <a:srgbClr val="031A62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Internal comms Feb 2021 Mark V2">
  <a:themeElements>
    <a:clrScheme name="Custom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A4CD7"/>
      </a:accent1>
      <a:accent2>
        <a:srgbClr val="FF8700"/>
      </a:accent2>
      <a:accent3>
        <a:srgbClr val="FF003A"/>
      </a:accent3>
      <a:accent4>
        <a:srgbClr val="00A3FF"/>
      </a:accent4>
      <a:accent5>
        <a:srgbClr val="031A62"/>
      </a:accent5>
      <a:accent6>
        <a:srgbClr val="414042"/>
      </a:accent6>
      <a:hlink>
        <a:srgbClr val="031A62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62FE6E8CC28C498368E04F126576E0" ma:contentTypeVersion="26" ma:contentTypeDescription="Create a new document." ma:contentTypeScope="" ma:versionID="f239cbe7fe81371452cd529e7e57b25f">
  <xsd:schema xmlns:xsd="http://www.w3.org/2001/XMLSchema" xmlns:xs="http://www.w3.org/2001/XMLSchema" xmlns:p="http://schemas.microsoft.com/office/2006/metadata/properties" xmlns:ns2="b3eca5e0-a177-417e-bfa8-04bebf463105" xmlns:ns3="b69eac3f-3ad3-4430-ab39-ddf17e6bb481" targetNamespace="http://schemas.microsoft.com/office/2006/metadata/properties" ma:root="true" ma:fieldsID="786b8d848f8557643d9ffdf0332fa9fd" ns2:_="" ns3:_="">
    <xsd:import namespace="b3eca5e0-a177-417e-bfa8-04bebf463105"/>
    <xsd:import namespace="b69eac3f-3ad3-4430-ab39-ddf17e6bb481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eca5e0-a177-417e-bfa8-04bebf46310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9eac3f-3ad3-4430-ab39-ddf17e6bb4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b3eca5e0-a177-417e-bfa8-04bebf463105">VKJJZHV6QCSX-1826765452-166</_dlc_DocId>
    <_dlc_DocIdUrl xmlns="b3eca5e0-a177-417e-bfa8-04bebf463105">
      <Url>https://bowvalley.sharepoint.com/teams/CollegeConnect/_layouts/15/DocIdRedir.aspx?ID=VKJJZHV6QCSX-1826765452-166</Url>
      <Description>VKJJZHV6QCSX-1826765452-166</Description>
    </_dlc_DocIdUrl>
  </documentManagement>
</p:properties>
</file>

<file path=customXml/itemProps1.xml><?xml version="1.0" encoding="utf-8"?>
<ds:datastoreItem xmlns:ds="http://schemas.openxmlformats.org/officeDocument/2006/customXml" ds:itemID="{C12DC60C-2E81-4E3B-BD0D-CE0AEFB849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183868-5771-4896-858D-F71ACD3BF021}">
  <ds:schemaRefs>
    <ds:schemaRef ds:uri="b3eca5e0-a177-417e-bfa8-04bebf463105"/>
    <ds:schemaRef ds:uri="b69eac3f-3ad3-4430-ab39-ddf17e6bb48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4938F4F-BACF-4462-94F0-12A46D8605C8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477699F2-D761-407E-AAB0-56BF80F9E18A}">
  <ds:schemaRefs>
    <ds:schemaRef ds:uri="http://schemas.microsoft.com/office/2006/documentManagement/types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b69eac3f-3ad3-4430-ab39-ddf17e6bb481"/>
    <ds:schemaRef ds:uri="http://schemas.microsoft.com/office/2006/metadata/properties"/>
    <ds:schemaRef ds:uri="http://schemas.openxmlformats.org/package/2006/metadata/core-properties"/>
    <ds:schemaRef ds:uri="b3eca5e0-a177-417e-bfa8-04bebf46310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Internal comms Feb 2021 Mark V2.potx</Template>
  <TotalTime>55809</TotalTime>
  <Words>838</Words>
  <Application>Microsoft Office PowerPoint</Application>
  <PresentationFormat>Widescreen</PresentationFormat>
  <Paragraphs>117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Bitter</vt:lpstr>
      <vt:lpstr>Calibri</vt:lpstr>
      <vt:lpstr>Poppins</vt:lpstr>
      <vt:lpstr>Poppins Bold</vt:lpstr>
      <vt:lpstr>Poppins Regular</vt:lpstr>
      <vt:lpstr>Poppins SemiBold</vt:lpstr>
      <vt:lpstr>1_Internal comms Feb 2021 Mark V2</vt:lpstr>
      <vt:lpstr>2_Internal comms Feb 2021 Mark V2</vt:lpstr>
      <vt:lpstr>Custom Design</vt:lpstr>
      <vt:lpstr>RECIPE DATA CLEANING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beau Ryan</dc:creator>
  <cp:lastModifiedBy>Ebral Bell Ndjock</cp:lastModifiedBy>
  <cp:revision>215</cp:revision>
  <dcterms:created xsi:type="dcterms:W3CDTF">2021-01-08T16:59:39Z</dcterms:created>
  <dcterms:modified xsi:type="dcterms:W3CDTF">2026-02-26T09:11:54Z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0x0101000C62FE6E8CC28C498368E04F126576E0</vt:lpwstr>
  </property>
  <property fmtid="{D5CDD505-2E9C-101B-9397-08002B2CF9AE}" pid="3" name="_dlc_DocIdItemGuid">
    <vt:lpwstr>b00f62cd-7d8d-4382-825c-25721e10afb7</vt:lpwstr>
  </property>
  <property fmtid="{D5CDD505-2E9C-101B-9397-08002B2CF9AE}" pid="4" name="MSIP_Label_d50cf1ce-8cdf-4ab4-bc8c-1b18f9d490a2_Enabled">
    <vt:lpwstr>true</vt:lpwstr>
  </property>
  <property fmtid="{D5CDD505-2E9C-101B-9397-08002B2CF9AE}" pid="5" name="MSIP_Label_d50cf1ce-8cdf-4ab4-bc8c-1b18f9d490a2_SetDate">
    <vt:lpwstr>2025-01-14T17:14:08Z</vt:lpwstr>
  </property>
  <property fmtid="{D5CDD505-2E9C-101B-9397-08002B2CF9AE}" pid="6" name="MSIP_Label_d50cf1ce-8cdf-4ab4-bc8c-1b18f9d490a2_Method">
    <vt:lpwstr>Standard</vt:lpwstr>
  </property>
  <property fmtid="{D5CDD505-2E9C-101B-9397-08002B2CF9AE}" pid="7" name="MSIP_Label_d50cf1ce-8cdf-4ab4-bc8c-1b18f9d490a2_Name">
    <vt:lpwstr>General</vt:lpwstr>
  </property>
  <property fmtid="{D5CDD505-2E9C-101B-9397-08002B2CF9AE}" pid="8" name="MSIP_Label_d50cf1ce-8cdf-4ab4-bc8c-1b18f9d490a2_SiteId">
    <vt:lpwstr>8f11c6f4-648e-4c0c-bb99-96e8408a8e2a</vt:lpwstr>
  </property>
  <property fmtid="{D5CDD505-2E9C-101B-9397-08002B2CF9AE}" pid="9" name="MSIP_Label_d50cf1ce-8cdf-4ab4-bc8c-1b18f9d490a2_ActionId">
    <vt:lpwstr>c7e5565c-ee8b-49da-8232-1bafd7e71b06</vt:lpwstr>
  </property>
  <property fmtid="{D5CDD505-2E9C-101B-9397-08002B2CF9AE}" pid="10" name="MSIP_Label_d50cf1ce-8cdf-4ab4-bc8c-1b18f9d490a2_ContentBits">
    <vt:lpwstr>2</vt:lpwstr>
  </property>
  <property fmtid="{D5CDD505-2E9C-101B-9397-08002B2CF9AE}" pid="11" name="MSIP_Label_d50cf1ce-8cdf-4ab4-bc8c-1b18f9d490a2_Tag">
    <vt:lpwstr>10, 3, 0, 1</vt:lpwstr>
  </property>
  <property fmtid="{D5CDD505-2E9C-101B-9397-08002B2CF9AE}" pid="12" name="ClassificationContentMarkingFooterLocations">
    <vt:lpwstr>1_Internal comms Feb 2021 Mark V2:6\2_Internal comms Feb 2021 Mark V2:6\Custom Design:3</vt:lpwstr>
  </property>
  <property fmtid="{D5CDD505-2E9C-101B-9397-08002B2CF9AE}" pid="13" name="ClassificationContentMarkingFooterText">
    <vt:lpwstr>Classification: General</vt:lpwstr>
  </property>
</Properties>
</file>